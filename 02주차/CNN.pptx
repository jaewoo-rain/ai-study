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9" r:id="rId4"/>
    <p:sldId id="276" r:id="rId5"/>
    <p:sldId id="277" r:id="rId6"/>
    <p:sldId id="278" r:id="rId7"/>
    <p:sldId id="273" r:id="rId8"/>
    <p:sldId id="27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1041400"/>
            <a:ext cx="10880436" cy="2387600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CNN</a:t>
            </a:r>
            <a:br>
              <a:rPr lang="en-US" altLang="ko-KR" dirty="0"/>
            </a:br>
            <a:r>
              <a:rPr lang="en-US" altLang="ko-KR" dirty="0"/>
              <a:t>(Convolutional Neural Network)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186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CNN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5751163" y="868585"/>
            <a:ext cx="51551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CNN(Convolutional Neural Network)</a:t>
            </a:r>
          </a:p>
          <a:p>
            <a:r>
              <a:rPr lang="ko-KR" altLang="en-US" dirty="0"/>
              <a:t>이미지 처리와 패턴 인식에 탁월한 성능을 보여주는 신경망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DNN</a:t>
            </a:r>
            <a:r>
              <a:rPr lang="ko-KR" altLang="en-US" dirty="0"/>
              <a:t>은 공간적의미를 담을 수 없음 </a:t>
            </a:r>
            <a:r>
              <a:rPr lang="en-US" altLang="ko-KR" dirty="0"/>
              <a:t>Flatten</a:t>
            </a:r>
            <a:r>
              <a:rPr lang="ko-KR" altLang="en-US" dirty="0"/>
              <a:t>해서 하나의 긴 행렬로만 다룰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 descr="스케치, 도표, 그림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B546FA-6939-036B-8294-C075F5102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77" y="3108377"/>
            <a:ext cx="9278645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9B15-0718-D8E2-690C-F88CC930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F4FAB1-2774-8554-4B02-35F0AF4C916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7916C-7572-071B-EF40-FA92FD9FE36C}"/>
              </a:ext>
            </a:extLst>
          </p:cNvPr>
          <p:cNvSpPr txBox="1"/>
          <p:nvPr/>
        </p:nvSpPr>
        <p:spPr>
          <a:xfrm>
            <a:off x="1163052" y="272716"/>
            <a:ext cx="186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CNN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02B13F6-2BB2-3465-27C5-EF809CBBB64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563D81A-C9BD-AC65-EDAF-5A2DD21DAD8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0E89C8-9C6B-2DCF-BC68-15365E85E6D2}"/>
              </a:ext>
            </a:extLst>
          </p:cNvPr>
          <p:cNvSpPr txBox="1"/>
          <p:nvPr/>
        </p:nvSpPr>
        <p:spPr>
          <a:xfrm>
            <a:off x="2499963" y="2060076"/>
            <a:ext cx="5155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Dense layer</a:t>
            </a:r>
          </a:p>
          <a:p>
            <a:r>
              <a:rPr lang="ko-KR" altLang="en-US" dirty="0"/>
              <a:t>모든 입력 ↔ 모든 뉴런 연결</a:t>
            </a:r>
          </a:p>
          <a:p>
            <a:r>
              <a:rPr lang="ko-KR" altLang="en-US" dirty="0"/>
              <a:t>가중치 모두 다름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Conv layer</a:t>
            </a:r>
          </a:p>
          <a:p>
            <a:r>
              <a:rPr lang="ko-KR" altLang="en-US" dirty="0"/>
              <a:t>부분 입력 ↔ 뉴런 연결</a:t>
            </a:r>
          </a:p>
          <a:p>
            <a:r>
              <a:rPr lang="ko-KR" altLang="en-US" dirty="0"/>
              <a:t>같은 가중치 반복 사용</a:t>
            </a:r>
          </a:p>
        </p:txBody>
      </p:sp>
    </p:spTree>
    <p:extLst>
      <p:ext uri="{BB962C8B-B14F-4D97-AF65-F5344CB8AC3E}">
        <p14:creationId xmlns:p14="http://schemas.microsoft.com/office/powerpoint/2010/main" val="9564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C85A-FC32-AC5C-6D3F-6D2EA5B5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218F8B-3828-5416-6B61-9A402A677BC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763D8-CE4E-817E-E1B8-63CFC3906EED}"/>
              </a:ext>
            </a:extLst>
          </p:cNvPr>
          <p:cNvSpPr txBox="1"/>
          <p:nvPr/>
        </p:nvSpPr>
        <p:spPr>
          <a:xfrm>
            <a:off x="1163052" y="272716"/>
            <a:ext cx="186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CNN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5EC09FE-95A9-542F-E586-8667F295B94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B664021-D39D-3BE9-7A12-A695CA45DFB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76556F-4795-D8DC-F7A8-7BDCC479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6" y="1558545"/>
            <a:ext cx="11088306" cy="437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3D0F-D6C1-AF5E-028F-B8188577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98B673-AA7D-A35A-6CCC-B3569E628A8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0C9EF-5A35-8DE0-E578-135B7DB5A295}"/>
              </a:ext>
            </a:extLst>
          </p:cNvPr>
          <p:cNvSpPr txBox="1"/>
          <p:nvPr/>
        </p:nvSpPr>
        <p:spPr>
          <a:xfrm>
            <a:off x="1163052" y="272716"/>
            <a:ext cx="186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CNN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5BEC7F-FC9B-3ABC-0A7A-130D5307C3F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210DCF9-9F8E-E9AC-F9E9-52447762B1B9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6BD8D7-CD3A-3FAB-F8EF-B5F2CF5ED991}"/>
              </a:ext>
            </a:extLst>
          </p:cNvPr>
          <p:cNvSpPr txBox="1"/>
          <p:nvPr/>
        </p:nvSpPr>
        <p:spPr>
          <a:xfrm>
            <a:off x="1428750" y="1126085"/>
            <a:ext cx="5743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유형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흑백</a:t>
            </a:r>
            <a:endParaRPr lang="en-US" altLang="ko-KR" dirty="0"/>
          </a:p>
          <a:p>
            <a:r>
              <a:rPr lang="ko-KR" altLang="en-US" dirty="0"/>
              <a:t>가로 </a:t>
            </a:r>
            <a:r>
              <a:rPr lang="en-US" altLang="ko-KR" dirty="0"/>
              <a:t>X </a:t>
            </a:r>
            <a:r>
              <a:rPr lang="ko-KR" altLang="en-US" dirty="0"/>
              <a:t>세로 </a:t>
            </a:r>
            <a:r>
              <a:rPr lang="en-US" altLang="ko-KR" dirty="0"/>
              <a:t>X 1</a:t>
            </a:r>
          </a:p>
          <a:p>
            <a:r>
              <a:rPr lang="en-US" altLang="ko-KR" dirty="0"/>
              <a:t>0~255 </a:t>
            </a:r>
            <a:r>
              <a:rPr lang="ko-KR" altLang="en-US" dirty="0"/>
              <a:t>픽셀 값 저장</a:t>
            </a:r>
            <a:r>
              <a:rPr lang="en-US" altLang="ko-KR" dirty="0"/>
              <a:t>(8bit)</a:t>
            </a:r>
          </a:p>
          <a:p>
            <a:r>
              <a:rPr lang="en-US" altLang="ko-KR" dirty="0"/>
              <a:t>0</a:t>
            </a:r>
            <a:r>
              <a:rPr lang="ko-KR" altLang="en-US" dirty="0"/>
              <a:t>일 때 검정</a:t>
            </a:r>
            <a:r>
              <a:rPr lang="en-US" altLang="ko-KR" dirty="0"/>
              <a:t>, 255</a:t>
            </a:r>
            <a:r>
              <a:rPr lang="ko-KR" altLang="en-US" dirty="0"/>
              <a:t>는 흰색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컬러 이미지</a:t>
            </a:r>
            <a:endParaRPr lang="en-US" altLang="ko-KR" dirty="0"/>
          </a:p>
          <a:p>
            <a:r>
              <a:rPr lang="ko-KR" altLang="en-US" dirty="0"/>
              <a:t>가로 </a:t>
            </a:r>
            <a:r>
              <a:rPr lang="en-US" altLang="ko-KR" dirty="0"/>
              <a:t>X </a:t>
            </a:r>
            <a:r>
              <a:rPr lang="ko-KR" altLang="en-US" dirty="0"/>
              <a:t>세로 </a:t>
            </a:r>
            <a:r>
              <a:rPr lang="en-US" altLang="ko-KR" dirty="0"/>
              <a:t>X 3 (R,G,B)</a:t>
            </a:r>
          </a:p>
          <a:p>
            <a:r>
              <a:rPr lang="en-US" altLang="ko-KR" dirty="0"/>
              <a:t>0~255 </a:t>
            </a:r>
            <a:r>
              <a:rPr lang="ko-KR" altLang="en-US" dirty="0"/>
              <a:t>픽셀 </a:t>
            </a:r>
            <a:r>
              <a:rPr lang="en-US" altLang="ko-KR" dirty="0"/>
              <a:t>(8bit * 3 = 24bit)</a:t>
            </a:r>
          </a:p>
          <a:p>
            <a:endParaRPr lang="en-US" altLang="ko-KR" dirty="0"/>
          </a:p>
          <a:p>
            <a:r>
              <a:rPr lang="en-US" altLang="ko-KR" dirty="0"/>
              <a:t>Binary</a:t>
            </a:r>
          </a:p>
          <a:p>
            <a:r>
              <a:rPr lang="ko-KR" altLang="en-US" dirty="0"/>
              <a:t>가로 </a:t>
            </a:r>
            <a:r>
              <a:rPr lang="en-US" altLang="ko-KR" dirty="0"/>
              <a:t>X </a:t>
            </a:r>
            <a:r>
              <a:rPr lang="ko-KR" altLang="en-US" dirty="0"/>
              <a:t>세로 </a:t>
            </a:r>
            <a:r>
              <a:rPr lang="en-US" altLang="ko-KR" dirty="0"/>
              <a:t>(</a:t>
            </a:r>
            <a:r>
              <a:rPr lang="ko-KR" altLang="en-US" dirty="0"/>
              <a:t>채널 없음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 </a:t>
            </a:r>
            <a:r>
              <a:rPr lang="ko-KR" altLang="en-US" dirty="0"/>
              <a:t>픽셀 값 </a:t>
            </a:r>
            <a:r>
              <a:rPr lang="en-US" altLang="ko-KR" dirty="0"/>
              <a:t>(1bit)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06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ED99A-1853-19AA-573A-0836F819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82D145-5605-9E2A-00E4-D04A5A61D88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55AB3-CC46-B8ED-63EF-A07A671FE435}"/>
              </a:ext>
            </a:extLst>
          </p:cNvPr>
          <p:cNvSpPr txBox="1"/>
          <p:nvPr/>
        </p:nvSpPr>
        <p:spPr>
          <a:xfrm>
            <a:off x="1163052" y="272716"/>
            <a:ext cx="1867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CNN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DBE346-996C-05BD-4646-77E944B79A4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0CFA41C-1D56-D17C-B5DE-71EDBAA6953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97EF40B-9F64-48E4-FA63-2624878CEE9A}"/>
              </a:ext>
            </a:extLst>
          </p:cNvPr>
          <p:cNvSpPr txBox="1"/>
          <p:nvPr/>
        </p:nvSpPr>
        <p:spPr>
          <a:xfrm>
            <a:off x="1428750" y="1126085"/>
            <a:ext cx="5743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Convolutional layer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Pooling layer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반복</a:t>
            </a:r>
            <a:r>
              <a:rPr lang="en-US" altLang="ko-KR" dirty="0"/>
              <a:t>… (</a:t>
            </a:r>
            <a:r>
              <a:rPr lang="ko-KR" altLang="en-US" dirty="0" err="1"/>
              <a:t>은닉층</a:t>
            </a:r>
            <a:r>
              <a:rPr lang="ko-KR" altLang="en-US" dirty="0"/>
              <a:t> 개수처럼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Flatten 1</a:t>
            </a:r>
            <a:r>
              <a:rPr lang="ko-KR" altLang="en-US" dirty="0"/>
              <a:t>차원 픽셀 </a:t>
            </a:r>
            <a:r>
              <a:rPr lang="ko-KR" altLang="en-US" dirty="0" err="1"/>
              <a:t>펴줌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Hidden layer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Output</a:t>
            </a:r>
          </a:p>
          <a:p>
            <a:endParaRPr lang="en-US" altLang="ko-KR" dirty="0"/>
          </a:p>
          <a:p>
            <a:r>
              <a:rPr lang="en-US" altLang="ko-KR" dirty="0"/>
              <a:t>= DNN + Convolutional layer + pooling 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71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B00A-DFD2-C575-2E19-DBA2142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48F5FB-D7CB-5ABF-B4B5-3E1C787647F0}"/>
              </a:ext>
            </a:extLst>
          </p:cNvPr>
          <p:cNvSpPr txBox="1"/>
          <p:nvPr/>
        </p:nvSpPr>
        <p:spPr>
          <a:xfrm>
            <a:off x="4693187" y="2945031"/>
            <a:ext cx="29623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질문시간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F06F46-60CE-83FA-CF28-FEA08011EBB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66B451-EA3C-17B0-7056-A50D941F5A6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2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</TotalTime>
  <Words>176</Words>
  <Application>Microsoft Office PowerPoint</Application>
  <PresentationFormat>와이드스크린</PresentationFormat>
  <Paragraphs>49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CNN (Convolutional Neural Network)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34</cp:revision>
  <dcterms:created xsi:type="dcterms:W3CDTF">2026-01-29T12:22:12Z</dcterms:created>
  <dcterms:modified xsi:type="dcterms:W3CDTF">2026-02-10T14:01:13Z</dcterms:modified>
</cp:coreProperties>
</file>