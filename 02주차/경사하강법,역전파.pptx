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97" r:id="rId4"/>
    <p:sldId id="298" r:id="rId5"/>
    <p:sldId id="280" r:id="rId6"/>
    <p:sldId id="296" r:id="rId7"/>
    <p:sldId id="299" r:id="rId8"/>
    <p:sldId id="300" r:id="rId9"/>
    <p:sldId id="282" r:id="rId10"/>
    <p:sldId id="285" r:id="rId11"/>
    <p:sldId id="286" r:id="rId12"/>
    <p:sldId id="301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302" r:id="rId23"/>
    <p:sldId id="303" r:id="rId24"/>
    <p:sldId id="304" r:id="rId25"/>
    <p:sldId id="305" r:id="rId26"/>
    <p:sldId id="306" r:id="rId27"/>
    <p:sldId id="307" r:id="rId28"/>
    <p:sldId id="308" r:id="rId29"/>
    <p:sldId id="273" r:id="rId30"/>
    <p:sldId id="281" r:id="rId31"/>
    <p:sldId id="283" r:id="rId32"/>
    <p:sldId id="310" r:id="rId33"/>
    <p:sldId id="311" r:id="rId34"/>
    <p:sldId id="284" r:id="rId35"/>
    <p:sldId id="309" r:id="rId36"/>
    <p:sldId id="275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5:34:25.01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273 0 24575,'22'24'0,"28"42"0,-16-20 0,-19-27 0,3 3 0,-1 1 0,0 0 0,-2 1 0,13 28 0,13 31 0,-26-55 0,-1 1 0,16 47 0,-9-13 0,-12-37 0,0 0 0,8 50 0,-14-51 0,3 17 0,2 68 0,-7-90 0,-1 0 0,-1 1 0,-1-1 0,-1 0 0,0 0 0,-2-1 0,0 1 0,-1-1 0,-1 0 0,-15 30 0,11-29 0,0-1 0,-1 0 0,-1 0 0,-1-2 0,0 1 0,-1-2 0,-1 0 0,-31 23 0,3-4 0,32-24 0,-1-1 0,0-1 0,-27 16 0,-191 75 0,191-83 0,23-9-9,-18 6-1347,25-14-5470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5:34:30.44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1 109 24575,'8'-1'0,"0"0"0,0-1 0,0 0 0,0-1 0,-1 0 0,15-7 0,13-5 0,-9 8 0,-1 2 0,49-5 0,-46 8 0,0-2 0,33-9 0,-31 6 0,51-5 0,-44 7 0,33-1 0,131 6 0,-84 2 0,-89-2 0,0 1 0,0 1 0,0 2 0,0 1 0,27 8 0,163 62 0,-177-62 0,46 22 0,3-1 0,-59-23 0,39 19 0,-30-11 0,2-1 0,65 20 0,-5 7 0,121 40 0,-122-42 0,100 51 0,-51-13 0,-113-60 0,292 160 0,-301-165 0,0 1 0,-1 2 0,-1 0 0,28 28 0,-45-39 0,1 0 0,-1-1 0,1 0 0,11 5 0,32 24 0,7 14 0,-37-32 0,0 1 0,24 28 0,-21-21 0,45 37 0,8 7 0,24 47 0,-33-36 0,-34-42 0,36 42 0,-19 8 0,-1-13 0,-41-56 0,1-1 0,28 33 0,-33-44 0,0 0 0,-1 1 0,9 18 0,19 25 0,-22-37 0,-1 0 0,15 25 0,20 27 0,15 17 0,-47-61 0,2 0 0,30 32 0,25 32 0,-4-5 0,24 28 0,-66-83 0,29 39 0,31 13 0,-69-62 0,0 0 0,24 19 0,-25-24 0,0 2 0,-1-1 0,0 2 0,14 20 0,35 43 0,-16-24 0,20 7 0,-50-43 0,11 9 0,29 38 0,-19-22 0,60 55 0,-32-35 0,92 95 0,-138-140 0,1-1 0,1-1 0,23 13 0,-20-12 0,171 116 0,-144-99 0,77 56 0,-53-43 0,-31-20 0,-22-15 0,0 0 0,33 11 0,32 16 0,-66-28 0,1-1 0,32 10 0,36 15 0,-32-8 0,105 32 0,-97-37 0,250 72 0,-69-36 0,-184-41 0,-41-10 0,46 7 0,15 2 0,-62-10 0,1-2 0,43 4 0,-27-4 0,0 2 0,0 1 0,-1 2 0,40 15 0,-56-18 0,0-1 0,1-1 0,-1-1 0,1-1 0,38-1 0,97 16 0,36 1 0,-164-17 0,0 1 0,39 8 0,16 1 0,-46-7 0,44 10 0,-5 0 0,-52-11 0,47 13 0,-44-8 0,48 6 0,10 2 0,71 13 0,-103-21 0,85 24 0,-108-24 0,56 7 0,11 3 0,39 2 0,21-3 0,-79-12 0,-60-5 0,-1 1 0,0 1 0,22 5 0,43 9 0,0-4 0,0-3 0,134-4 0,-181-4 0,-20 0 0,1-1 0,26-3 0,-44 4 0,1-1 0,-1 0 0,0 0 0,0 0 0,0 0 0,0 0 0,0 0 0,1 0 0,-1 0 0,0 0 0,0 0 0,0 0 0,0 0 0,0-1 0,1 1 0,-1 0 0,0 0 0,0 0 0,0 0 0,0 0 0,0 0 0,0 0 0,1 0 0,-1 0 0,0 0 0,0-1 0,0 1 0,0 0 0,0 0 0,0 0 0,0 0 0,0 0 0,0 0 0,0 0 0,1-1 0,-1 1 0,0 0 0,0 0 0,0 0 0,0 0 0,0 0 0,0-1 0,0 1 0,0 0 0,0 0 0,0 0 0,0 0 0,0 0 0,0-1 0,0 1 0,-1 0 0,1 0 0,0 0 0,0 0 0,0 0 0,0-1 0,0 1 0,-11-9 0,-22-9 0,29 16 0,-8-5 0,1-1 0,0 0 0,-17-17 0,18 16 0,-1 0 0,1 1 0,-24-14 0,24 16 0,1 0 0,-1-1 0,-13-13 0,15 13 0,0 0 0,0 1 0,-18-11 0,26 16 0,0 1 0,-1 0 0,1 0 0,0 0 0,0 0 0,0 0 0,0 0 0,0 0 0,0 0 0,-1 0 0,1 0 0,0 0 0,0 0 0,0 0 0,0 0 0,0 0 0,-1 0 0,1 0 0,0 0 0,0 0 0,0 0 0,0 0 0,0 0 0,-1 0 0,1 0 0,0 0 0,0 0 0,0 0 0,0 1 0,0-1 0,0 0 0,-1 0 0,1 0 0,0 0 0,0 0 0,0 0 0,0 0 0,0 0 0,0 1 0,0-1 0,0 0 0,0 0 0,0 0 0,0 0 0,0 0 0,0 1 0,-1-1 0,1 0 0,0 0 0,0 0 0,0 0 0,0 0 0,1 1 0,0 13 0,8 17 0,-8-27 0,5 16 0,0 1 0,-1 0 0,-1 0 0,-1 0 0,0 30 0,15 108 0,-19-154 0,2 0 0,-1 0 0,0 0 0,1-1 0,0 1 0,0 0 0,0 0 0,1-1 0,-1 1 0,1-1 0,5 8 0,-7-11 0,1 0 0,0 0 0,0 0 0,0 0 0,-1 0 0,1-1 0,0 1 0,0 0 0,0-1 0,0 1 0,0 0 0,1-1 0,-1 0 0,0 1 0,0-1 0,0 0 0,0 1 0,0-1 0,3 0 0,-2 0 0,1-1 0,-1 1 0,1-1 0,-1 1 0,0-1 0,1 0 0,-1 0 0,0 0 0,0-1 0,0 1 0,0 0 0,0-1 0,3-1 0,16-16 0,-1-1 0,-1 0 0,0-1 0,-2-1 0,0-1 0,-1-1 0,16-33 0,-24 42-1365,1 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5:34:44.35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2558 24575,'138'-2'0,"149"5"0,-169 17 0,-42-5 0,46 4 0,-16-2 0,-64-11 0,-4-1 0,59 1 0,-55-6 0,1 2 0,53 9 0,-47-5 0,1-3 0,83-5 0,-34-1 0,-13 5 0,92-4 0,-76-18 0,-27 5 0,30-3 0,18-1 0,-72 12 0,22-2 0,-64 8 0,-1 0 0,1-1 0,-1 0 0,0 0 0,0 0 0,13-7 0,32-8 0,-22 10 0,-1-2 0,36-15 0,0 0 0,181-64 0,-219 77 0,0-1 0,27-16 0,-25 12 0,41-16 0,-35 17 0,0-1 0,-1-2 0,56-38 0,-82 50 0,256-188 0,-235 170 0,-2-1 0,31-36 0,115-133 0,-125 139 0,-34 37 0,0 1 0,1 0 0,1 2 0,19-15 0,30-25 0,-46 37 0,0 2 0,24-17 0,-20 16 0,0-2 0,-2 0 0,23-26 0,-6 7 0,66-48 0,-63 54 0,10-12 0,36-26 0,-5 4 0,-60 51 0,-1-1 0,41-38 0,-27 23 0,137-103 0,-159 126 0,1 0 0,0 1 0,21-8 0,29-14 0,105-50 0,-76 38 0,-31 14 0,-26 12 0,36-21 0,-60 31 0,0 0 0,0 0 0,0 1 0,1 1 0,0 0 0,24-1 0,24-6 0,-33 4 0,83-16 0,15-3 0,-92 17 0,-1 1 0,1 2 0,51-2 0,-61 6 0,0-1 0,-1-1 0,36-10 0,4 0 0,96-4 0,16-1 0,-143 15 0,-1 0 0,37 3 0,-39 1 0,0-2 0,54-7 0,-35 1 0,-1 3 0,0 2 0,60 5 0,-8 0 0,-2-2 0,104-3 0,-142-6 0,-34 4 0,46-1 0,-29 3 0,-1-1 0,0-3 0,0-1 0,71-22 0,-90 21 0,1 2 0,35-5 0,-12 4 0,30-2 0,0-2 0,-31 3 0,20-7 0,-66 15 0,0 0 0,1 0 0,-1 0 0,0 0 0,0 0 0,0 0 0,0 0 0,1 0 0,-1 0 0,0 0 0,0 0 0,0 0 0,0 0 0,1 0 0,-1 0 0,0-1 0,0 1 0,0 0 0,0 0 0,1 0 0,-1 0 0,0 0 0,0 0 0,0 0 0,0-1 0,0 1 0,0 0 0,0 0 0,1 0 0,-1 0 0,0 0 0,0-1 0,0 1 0,0 0 0,0 0 0,0 0 0,0 0 0,0-1 0,0 1 0,0 0 0,0 0 0,0 0 0,0 0 0,0-1 0,0 1 0,0 0 0,0 0 0,0 0 0,0-1 0,0 1 0,0 0 0,-1 0 0,1 0 0,0 0 0,0 0 0,0-1 0,0 1 0,0 0 0,-15-6 0,-18 0 0,-2 2 0,1-1 0,1-2 0,-1-1 0,1-1 0,1-2 0,-60-29 0,91 39 0,1 1 0,0-1 0,-1 1 0,1 0 0,-1-1 0,1 1 0,-1 0 0,1 0 0,-1-1 0,1 1 0,-1 0 0,1 0 0,-1 0 0,1 0 0,-1 0 0,1 0 0,-1-1 0,1 1 0,-1 0 0,1 0 0,-1 1 0,0-1 0,1 0 0,-1 0 0,1 0 0,-1 0 0,1 0 0,-1 1 0,1-1 0,-1 0 0,1 0 0,-1 1 0,1-1 0,0 0 0,-1 1 0,1-1 0,-1 0 0,1 1 0,-1 0 0,4 24 0,23 39 0,-23-58 0,74 165 0,-61-138 0,30 49 0,-28-52 0,25 54 0,-40-90 0,-1-21 0,0-33 0,15-101 0,-17 20-1365,0 126-5461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5:34:52.35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2526 24575,'495'0'0,"-479"-1"0,-1-1 0,1-1 0,0 0 0,-1-1 0,24-9 0,-23 6 0,1 2 0,0 0 0,0 2 0,27-4 0,9 2 0,85-19 0,7-1 0,-40 8 0,-20 0 0,-60 12 0,-1 0 0,1 1 0,28 0 0,-29 2 0,-1-1 0,1 0 0,29-10 0,18-2 0,-33 7 0,-1-2 0,1-2 0,-2-1 0,50-25 0,5 2 0,-71 30 0,-1-1 0,0-1 0,0 0 0,-1-1 0,0-1 0,-1-1 0,25-20 0,-25 17 0,0 1 0,27-16 0,8-7 0,96-70 0,-53 40 0,53-31 0,-58 45 0,-51 32 0,-1-3 0,66-50 0,-41 28 0,-47 35 0,0-1 0,-1-1 0,18-16 0,34-26 0,-53 45 0,0-2 0,-1 1 0,-1-2 0,17-17 0,95-119 0,17-10 0,-95 101 0,-38 45 0,1 0 0,0 1 0,1 0 0,0 1 0,0 0 0,21-15 0,80-60 0,84-56 0,-92 76 0,-54 36 0,56-43 0,-93 64 0,0 0 0,1 0 0,0 2 0,14-6 0,34-19 0,-18 6 0,0 2 0,66-24 0,-62 26 0,28-9 0,-46 21 0,48-23 0,-49 19 0,48-15 0,69-23 0,-97 31 0,59-14 0,-20 11 0,113-24 0,-23 30 0,-39 2 0,-1 5 0,171 11 0,-119 1 0,-86 8 0,5-1 0,-92-8 0,0 1 0,-1 1 0,1 0 0,-1 1 0,29 12 0,30 7 0,108 25 0,-2 35 0,-160-74 0,-1 0 0,30 20 0,23 11 0,-67-37 0,1 1 0,-1-1 0,0 1 0,0 0 0,0 0 0,0 0 0,7 10 0,10 9 0,-21-23 0,-1 1 0,0-1 0,0 0 0,1 1 0,-1-1 0,0 0 0,1 1 0,-1-1 0,0 0 0,1 0 0,-1 1 0,1-1 0,-1 0 0,0 0 0,1 1 0,-1-1 0,1 0 0,-1 0 0,0 0 0,1 0 0,-1 0 0,1 0 0,-1 0 0,1 0 0,-1 0 0,1 0 0,-1 0 0,1 0 0,-1 0 0,0 0 0,1 0 0,-1 0 0,1-1 0,-1 1 0,1 0 0,-1 0 0,0 0 0,1-1 0,-1 1 0,0 0 0,1 0 0,0-1 0,4-24 0,-10-29 0,-7 7 0,6 23 0,0 0 0,-1 1 0,-2 0 0,-19-38 0,28 60 0,-1 0 0,1 0 0,-1-1 0,0 1 0,1 0 0,-1 0 0,0 1 0,0-1 0,0 0 0,0 0 0,0 0 0,0 0 0,0 1 0,0-1 0,0 0 0,0 1 0,0-1 0,-1 1 0,1 0 0,0-1 0,0 1 0,0 0 0,-1 0 0,1-1 0,0 1 0,0 0 0,-1 0 0,-1 1 0,0 0 0,0 0 0,1 0 0,-1 1 0,0-1 0,1 1 0,-1 0 0,1-1 0,0 1 0,-1 0 0,1 1 0,-3 3 0,-5 7 0,1 0 0,1 0 0,-11 22 0,13-23 0,-1 3 0,-1 1 0,2 0 0,0 0 0,1 0 0,-4 22 0,-9 85 0,16-104 0,1-15 0,0-1 0,0 1 0,1 0 0,0-1 0,0 1 0,0 0 0,0 0 0,1 6 0,0-9 0,0 0 0,-1 0 0,1 0 0,0-1 0,0 1 0,0 0 0,-1 0 0,1-1 0,0 1 0,0-1 0,0 1 0,0-1 0,0 1 0,0-1 0,0 1 0,1-1 0,-1 0 0,0 0 0,0 1 0,0-1 0,0 0 0,0 0 0,0 0 0,1 0 0,-1 0 0,0-1 0,0 1 0,0 0 0,0 0 0,0-1 0,0 1 0,0-1 0,0 1 0,0-1 0,2 0 0,22-10 0,-1-1 0,1-1 0,-2-1 0,0-1 0,-1-1 0,0-1 0,22-23 0,-41 37 0,36-21-1365,-25 20-5461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3:42.52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252 1 24575,'1'0'0,"0"1"0,0-1 0,0 1 0,0 0 0,0-1 0,0 1 0,0 0 0,0 0 0,0 0 0,-1 0 0,1 0 0,0 0 0,-1 0 0,1 0 0,-1 0 0,1 0 0,-1 0 0,1 0 0,-1 0 0,1 2 0,9 33 0,-7-25 0,12 26 0,1-1 0,29 47 0,13 29 0,-41-70 0,-12-26 0,1 0 0,1-1 0,11 17 0,3 4 0,28 69 0,1 4 0,-44-96 0,-2 0 0,1 1 0,-2-1 0,0 1 0,0 0 0,0 15 0,1 5 0,14 122 0,-12-83 0,-6 136 0,-3-86 0,3-78 0,-2 0 0,-9 46 0,1-33 0,-3 0 0,-29 80 0,20-68 0,17-49 0,-2 0 0,0-1 0,-1 1 0,-13 20 0,4-10 0,10-18 0,0 0 0,-1 0 0,0-1 0,-1-1 0,-12 13 0,2-6 0,-1 0 0,-1-2 0,-1-1 0,0 0 0,-1-2 0,-1 0 0,0-2 0,0 0 0,-1-2 0,0-1 0,-30 6 0,29-7-682,-47 20-1,62-22-6143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3:44.60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24485,'11133'0'0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3:47.97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761 479 24575,'0'-5'0,"-1"1"0,0 0 0,0 0 0,0 0 0,0 0 0,-1 0 0,0 0 0,0 0 0,0 0 0,0 1 0,0-1 0,-1 1 0,-5-6 0,-47-44 0,28 28 0,3 5 0,1 1 0,-2 1 0,-45-24 0,21 13 0,3 3 0,-91-36 0,67 33 0,-117-65 0,187 94 0,0-1 0,-1 1 0,1 0 0,-1 0 0,1 0 0,-1 0 0,1 0 0,0-1 0,-1 1 0,1 0 0,-1 0 0,1 0 0,-1 0 0,1 0 0,-1 0 0,1 1 0,-1-1 0,1 0 0,0 0 0,-1 0 0,1 0 0,-1 0 0,1 1 0,-1-1 0,1 0 0,0 0 0,-1 1 0,1-1 0,0 0 0,-1 1 0,1-1 0,0 0 0,-1 1 0,-5 19 0,7 33 0,-1-43 0,3 18 0,0 0 0,2-1 0,0 0 0,2 0 0,2 0 0,18 41 0,96 236 0,-14-49 0,-96-210 0,-12-39 0,0-1 0,0 1 0,0 0 0,1 0 0,0-1 0,0 1 0,1-1 0,0 1 0,0-1 0,0 0 0,0 0 0,1-1 0,0 1 0,6 6 0,-9-11 0,0 1 0,0-1 0,0 0 0,0 0 0,0 0 0,0 1 0,0-1 0,0 0 0,0 0 0,0-1 0,0 1 0,0 0 0,0 0 0,0 0 0,0-1 0,0 1 0,0 0 0,0-1 0,0 1 0,-1-1 0,1 1 0,0-1 0,0 1 0,0-1 0,-1 0 0,1 1 0,0-1 0,-1 0 0,1 0 0,0 0 0,-1 1 0,1-1 0,-1 0 0,1 0 0,-1-1 0,22-42 0,-16 31 0,3-2 0,1 2 0,1-1 0,0 1 0,1 1 0,0 0 0,1 1 0,27-19 0,17-16 0,-54 42 0,1 1 0,-1-1 0,0 0 0,0 0 0,-1-1 0,1 1 0,-1-1 0,0 1 0,0-1 0,-1 0 0,2-5 0,9-62 0,-4 22 0,-5 31-341,-1 1 0,-1-1-1,0-23 1,-1 27-6485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4:27.86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4:29.54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4:30.31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6:07.17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24575,'13'1'0,"-1"0"0,1 1 0,0 1 0,0 0 0,-1 0 0,1 1 0,-1 1 0,0 0 0,-1 1 0,1 0 0,12 10 0,15 12 0,59 56 0,-81-69 0,75 85 0,24 23 0,-99-103 0,-2 1 0,26 43 0,-19-27 0,-16-25 0,0 0 0,-1 1 0,0-1 0,-1 1 0,-1 0 0,3 17 0,-3-13 0,1-1 0,0 1 0,9 18 0,-3-8 0,-1 0 0,-1 1 0,-1 0 0,-1 0 0,2 49 0,9 47 0,1-18 0,-10-61 0,1 33 0,9 81 0,-18 318 0,-1-469 0,0 1 0,-1-1 0,0 0 0,0 0 0,0 0 0,-1 0 0,0 0 0,-1-1 0,0 1 0,0-1 0,0 0 0,-1 0 0,0 0 0,-1-1 0,1 0 0,-1 0 0,-1 0 0,1-1 0,-9 6 0,-12 8 0,-1-2 0,-1 0 0,-43 17 0,36-16 0,11-6 0,-49 17 0,72-29 4,0 1 0,0-1-1,1 1 1,-1-1-1,0 1 1,0-1 0,0 0-1,1 0 1,-1 0 0,0 0-1,0 0 1,0 0-1,0-1 1,1 1 0,-1 0-1,0-1 1,0 0 0,1 1-1,-1-1 1,0 0-1,1 0 1,-1 0 0,1 0-1,-1 0 1,1 0 0,-1 0-1,1-1 1,0 1-1,0 0 1,-1-1 0,1 1-1,-1-3 1,0-1-153,0 0 1,0-1-1,1 0 1,-1 1-1,1-1 1,1 0-1,-1 1 1,1-1-1,0-6 1,0-3-6678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6:10.19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0 530 24575,'17'-2'0,"0"-1"0,0 0 0,0-1 0,-1-1 0,1-1 0,-1 0 0,16-9 0,-6 3 0,88-47 0,-66 32 0,3 2 0,1 1 0,1 4 0,1 1 0,69-13 0,177-56 0,-84 35 0,-8 13 0,-119 25 0,84-5 0,49-4 0,-119 10 0,119 0 0,592 15 0,-787 0 0,-1 2 0,51 12 0,5 1 0,236 45 0,-219-34 0,-60-15 0,70 12 0,-84-19 0,0 1 0,29 11 0,36 7 0,-54-15 0,40 14 0,-45-12 0,-1-2 0,43 7 0,-2-3 0,108 34 0,-111-26 0,33 8 0,122 52 0,-160-55 0,-38-16 0,0 0 0,-1 1 0,0 2 0,-1 0 0,37 29 0,28 26 0,-55-38 0,2-1 0,47 30 0,-69-50 0,303 202 0,-284-189 0,231 160 0,-139-103 0,-3-2 0,-48-33 0,-57-36 0,0 1 0,0 0 0,-1 1 0,22 20 0,-26-21 0,0 0 0,1 0 0,20 10 0,-19-12 0,-1 1 0,1 0 0,18 18 0,-10-7 0,39 26 0,15 14 0,-47-36 0,1-1 0,50 28 0,-78-50 0,22 15 0,12 8 0,2-2 0,-1-1 0,2-1 0,1-3 0,0-1 0,47 11 0,-26-9 0,-45-13 0,-1 1 0,1-2 0,0 0 0,26 2 0,-21-4 0,0 2 0,0 0 0,23 7 0,-24-5 0,0 0 0,0-2 0,32 2 0,409-6 0,-320 20 0,-119-19 0,27 0 0,0 2 0,62 10 0,-115-14 0,0 0 0,0-1 0,0 1 0,0-1 0,0-1 0,1 1 0,-1-1 0,-3-4 0,-24-17 0,-1 7 0,9 4 0,0 2 0,-1 0 0,-38-12 0,27 12 0,0-1 0,1-2 0,1-2 0,-62-39 0,66 33 0,17 13 0,0 0 0,-1 1 0,-23-11 0,37 20 0,-1 0 0,0-1 0,0 1 0,1 0 0,-1 0 0,0 0 0,0 0 0,0 0 0,1 0 0,-1 0 0,0 0 0,0 0 0,0 1 0,1-1 0,-1 0 0,0 0 0,0 1 0,1-1 0,-1 0 0,0 1 0,1-1 0,-1 1 0,0-1 0,1 1 0,-1-1 0,1 1 0,-1 0 0,1-1 0,-1 1 0,1 0 0,-1-1 0,1 1 0,0 0 0,-1-1 0,1 1 0,0 0 0,-1 0 0,1-1 0,0 1 0,0 0 0,0 0 0,0 0 0,0-1 0,0 1 0,0 1 0,-2 46 0,3-42 0,2 39 0,2-1 0,14 55 0,-10-52 0,17 49 0,-16-62 0,9 46 0,-15-60 0,1 1 0,12 30 0,9 32 0,-22-55 0,-1-12 0,-1 0 0,2-1 0,9 27 0,-13-42 0,0 1 0,1 0 0,-1 0 0,1 0 0,-1 0 0,1-1 0,0 1 0,-1 0 0,1 0 0,0-1 0,-1 1 0,1-1 0,0 1 0,0 0 0,0-1 0,0 1 0,-1-1 0,1 0 0,0 1 0,0-1 0,0 0 0,0 0 0,0 1 0,0-1 0,0 0 0,0 0 0,0 0 0,0 0 0,0 0 0,0 0 0,0-1 0,0 1 0,0 0 0,0 0 0,-1-1 0,1 1 0,0 0 0,0-1 0,0 1 0,0-1 0,0 1 0,-1-1 0,2-1 0,43-37 0,-25 21 0,12-9 0,0-1 0,-2-2 0,50-64 0,-74 89 0,0-1 0,0 1 0,1 0 0,-1 0 0,1 1 0,0 0 0,0 0 0,11-3 0,-9 3 0,0 0 0,0-1 0,-1 0 0,0 0 0,0 0 0,8-8 0,58-54-1365,-67 59-5461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7:32.45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1218 24575,'70'0'0,"108"14"0,-80-9 0,-76-6 0,0 2 0,1 0 0,30 7 0,-17-2 0,0-2 0,0-2 0,0-1 0,42-4 0,11 0 0,-62 2 0,0-2 0,-1 0 0,46-13 0,-48 10 0,-5 2 0,6-2 0,0 0 0,47-19 0,196-82 0,-166 66 0,173-80 0,-197 87 0,-47 21 0,44-24 0,-40 15 0,167-109 0,-129 79 0,86-47 0,-12 0 0,-81 53 0,22-8 0,3 3 0,101-39 0,-44 21 0,-2 11 0,-117 46 0,1 2 0,1 0 0,0 2 0,0 2 0,0 1 0,1 1 0,46 1 0,-10 4 0,76 11 0,32 12 0,-157-22 0,-1 2 0,0 1 0,25 9 0,-26-8 0,1 0 0,0-2 0,27 5 0,-19-4 0,-1 0 0,1 2 0,-1 1 0,0 1 0,31 17 0,35 11 0,-42-19 0,10 3 0,0-2 0,116 22 0,-151-37 0,45 16 0,-21-6 0,61 24 0,-81-26 0,1-2 0,-1-1 0,41 7 0,161 33 0,-195-42 0,42 13 0,-52-12 0,-1-2 0,2 0 0,-1-2 0,28 2 0,106 12 0,-140-17 0,-14 0 0,0 0 0,0-1 0,0 0 0,0 0 0,0 0 0,0 0 0,0-1 0,0 0 0,0 0 0,0 0 0,-1 0 0,1-1 0,5-2 0,-10 2 0,1 1 0,0-1 0,-1 0 0,1 1 0,-1-1 0,0 0 0,1 1 0,-1-1 0,0 0 0,0 0 0,0 1 0,0-1 0,-1 0 0,1 1 0,0-1 0,-1 0 0,1 1 0,-1-1 0,1 0 0,-1 1 0,0-1 0,0 1 0,0-1 0,0 1 0,-1-2 0,-26-37 0,-138-134 0,155 163 0,0 0 0,-1 1 0,-20-14 0,32 23 0,-1 1 0,1 0 0,-1 0 0,1-1 0,0 1 0,-1 0 0,1 0 0,-1 0 0,1-1 0,0 1 0,-1 0 0,1 0 0,-1 0 0,1 0 0,-1 0 0,1 0 0,-1 0 0,1 0 0,0 0 0,-1 0 0,1 0 0,-1 0 0,1 0 0,-1 1 0,1-1 0,0 0 0,-1 0 0,1 0 0,-1 1 0,1-1 0,0 0 0,-1 0 0,1 1 0,-1-1 0,-6 19 0,5 28 0,3-42 0,-17 264 0,15-196 0,2 65 0,-1-137 0,0 1 0,0-1 0,1 0 0,-1 1 0,0-1 0,0 0 0,1 1 0,-1-1 0,1 0 0,-1 1 0,1-1 0,-1 0 0,1 0 0,0 0 0,-1 1 0,1-1 0,0 0 0,0 0 0,0 0 0,0 0 0,0-1 0,0 1 0,0 0 0,1 0 0,-1-1 0,0 1 0,0 0 0,0-1 0,2 1 0,1-1 0,-1 1 0,1-1 0,-1 0 0,1-1 0,0 1 0,-1 0 0,0-1 0,1 0 0,-1 0 0,1 0 0,3-2 0,10-5 0,-1-1 0,0 0 0,19-15 0,-25 16 0,0-1 0,-1 0 0,1 0 0,-2-1 0,0 0 0,0 0 0,-1-1 0,0 0 0,-1-1 0,0 1 0,0-1 0,6-24 0,7-15-1365,-17 39-5461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7:07:34.7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4:27.86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4:29.54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4:30.31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7:06:25.0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 24575,'1041'0'0,"-900"-19"0,618 20 0,-619 18 0,496-20 0,-496-18 0,-37 9 0,-47 2 0,-1 1 0,-27 3 0,48-2 0,224 7-1365,-285-1-5461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7:06:27.7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 24575,'138'3'0,"148"-7"0,-226-4 0,-34 4 0,46-1 0,476 6 0,-390 17 0,-62-20 0,108 3 0,-152 8 0,19 1 0,88 7 0,441-18 0,-459-17 0,17 0 0,1 1 0,-142 17-1365,-1 0-5461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7:06:29.3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 24575,'141'-19'0,"707"20"0,-690-19 0,1306 19-1365,-1449-1-5461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7:06:31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24575,'7'2'0,"-1"0"0,1 0 0,-1 1 0,0 0 0,0 0 0,0 0 0,6 5 0,2 1 0,58 32 0,-2 3 0,75 62 0,-114-78 0,-1 1 0,-1 2 0,-2 1 0,-1 1 0,-1 1 0,-2 2 0,36 74 0,-53-93 0,0 1 0,-1-1 0,-1 1 0,-1 0 0,0 0 0,0 19 0,-3-34 0,8 49 0,1 21 0,9 85 0,-18-148 0,1 37 0,-2 0 0,-2 0 0,-2-1 0,-18 75 0,11-85 0,-2 1 0,-25 43 0,10-3 0,24-59 0,-2 0 0,-16 34 0,-10 10 0,22-41 0,0 0 0,-1 0 0,-1-1 0,-1 0 0,-29 31 0,-14 15 0,-66 47 0,114-106 0,3 0 0,-1 0 0,-1-1 0,1 0 0,-1 0 0,0-1 0,0 0 0,-1 0 0,1-1 0,-11 4 0,18-8-26,1 0 0,0 0-1,-1 0 1,1 0 0,0 0 0,-1-1-1,1 1 1,0 0 0,-1 0 0,1 0-1,0 0 1,0-1 0,-1 1 0,1 0-1,0 0 1,0-1 0,-1 1 0,1 0-1,0 0 1,0-1 0,0 1 0,0 0-1,-1-1 1,1 1 0,0 0 0,0-1-1,0 1 1,0 0 0,0 0 0,0-1-1,0 1 1,0 0 0,0-1 0,0 1-1,0 0 1,0-1 0,0 1 0,0 0-1,0-1 1,0 1 0,0 0 0,1-1-1,-1 1 1,0 0 0,0-1 0,0 1-1,0 0 1,1 0 0,-1-1 0,0 1-1,1 0 1,2-9-6800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7:06:33.6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2940 24575,'5'-1'0,"0"0"0,0-1 0,0 0 0,0 0 0,-1 0 0,1 0 0,6-5 0,16-6 0,-9 7 0,18-5 0,-1-1 0,-1-1 0,0-2 0,-1-2 0,60-39 0,-64 36 0,50-27 0,-50 31 0,-1-1 0,34-25 0,81-77 0,74-55 0,105-58 0,-256 180 0,-35 27 0,2 1 0,62-36 0,-24 20 0,112-85 0,-43 27 0,-27 24 0,156-76 0,-27 29 0,-194 99 0,90-30 0,24-9 0,-126 46 0,78-20 0,-16 5 0,-16 5 0,36-14 0,89-30 0,-62 25 0,227-73 0,-207 59 0,-124 46 0,-1-2 0,-1-2 0,70-38 0,-93 47 0,0 0 0,0 2 0,0 0 0,1 1 0,0 0 0,18 0 0,-10 0 0,46-13 0,-31 4 0,1 2 0,78-12 0,-70 16 0,52-17 0,-20 4 0,-71 17 0,-1 0 0,1-1 0,-1 0 0,15-9 0,-15 8 0,0 0 0,1 1 0,-1 0 0,16-5 0,-9 4 0,0 0 0,-1-2 0,0 0 0,0-1 0,16-10 0,-12 6 0,0 2 0,27-12 0,13-7 0,-49 23 0,0 0 0,1 1 0,-1 0 0,1 0 0,19-4 0,20-9 0,-47 17 0,0-1 0,0 1 0,0-1 0,0 0 0,0 0 0,0 0 0,-1 0 0,1 0 0,0 0 0,-1-1 0,0 0 0,4-4 0,-6 6 0,0 0 0,-1 0 0,1 0 0,0-1 0,0 1 0,0 0 0,-1 0 0,1 0 0,-1 0 0,1 0 0,-1 0 0,1 0 0,-1 0 0,1 0 0,-1 0 0,0 0 0,0 0 0,1 0 0,-1 0 0,0 1 0,0-1 0,0 0 0,0 1 0,0-1 0,0 0 0,0 1 0,0-1 0,0 1 0,0 0 0,0-1 0,-1 1 0,1 0 0,-1-1 0,-42-10 0,43 11 0,-30-8 0,0 0 0,1-3 0,-38-18 0,-31-10 0,-67-19 0,87 34 0,-131-21 0,209 45 0,0 0 0,0 0 0,0 0 0,0 0 0,0 0 0,0 0 0,0 0 0,0 0 0,0 0 0,0 1 0,1-1 0,-1 0 0,0 1 0,0-1 0,0 0 0,0 1 0,0-1 0,1 1 0,-1-1 0,0 1 0,1 0 0,-1-1 0,0 1 0,1 0 0,-1 0 0,0-1 0,1 1 0,-1 1 0,-7 32 0,8-21 0,0 0 0,1-1 0,4 20 0,1-5 0,1 0 0,1-1 0,1 0 0,25 47 0,32 73 0,-47-98 0,42 75 0,28 48 0,-56-104 0,43 68 0,-75-134 0,-1 0 0,1 0 0,0 1 0,-1-1 0,1 0 0,0 0 0,0 0 0,0 0 0,0 0 0,0 0 0,0 0 0,0 0 0,0-1 0,0 1 0,1 0 0,-1-1 0,0 1 0,0-1 0,1 1 0,-1-1 0,0 1 0,1-1 0,-1 0 0,0 0 0,1 0 0,-1 0 0,0 0 0,1 0 0,-1 0 0,0 0 0,1 0 0,-1-1 0,0 1 0,1-1 0,1 0 0,2-2 0,1-1 0,0 0 0,-1-1 0,0 1 0,0-1 0,5-6 0,18-16 0,3-8 0,-28 30 0,1 0 0,-1 0 0,1 0 0,0 1 0,1 0 0,7-7 0,-1 2 0,-1 0 0,-1 0 0,0-1 0,0 0 0,-1-1 0,0 0 0,11-21 0,27-36 0,25-28 0,-45 57 0,12-30 0,-31 53 0,1 0 0,1 1 0,11-16 0,-16 25 19,-1 0 0,0 0 0,0 0 0,0-1 0,0 1-1,1-10 1,15-29-1516,-13 35-5329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4:27.86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4:29.54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4:30.31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4:27.86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4:29.54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4:30.31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4:27.86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4:29.54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4:30.31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4:27.86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4:29.54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54:30.31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24575,'0'0'-8191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9:07:40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1281 641 24516,'0'25'0,"-2"0"0,0 0 0,-2 0 0,0-1 0,-2 1 0,0-1 0,-1 0 0,-2 0 0,0 0 0,-1-1 0,-1-1 0,-1 0 0,0 0 0,-2-1 0,0 0 0,-2-1 0,1-1 0,-2 0 0,-1-1 0,0 0 0,-1-1 0,0-2 0,-1 1 0,-1-2 0,0 0 0,-1-2 0,0 0 0,0-1 0,-1-1 0,-1-1 0,0 0 0,0-2 0,0-1 0,-1 0 0,1-2 0,-1 0 0,0-2 0,0 0 0,0-2 0,-1 0 0,1-2 0,0 0 0,0-2 0,1 0 0,-1-2 0,1 0 0,0-1 0,0-2 0,0 0 0,1-1 0,1-1 0,0-1 0,0 0 0,1-2 0,0 0 0,1-2 0,1 1 0,0-2 0,1-1 0,0 0 0,1-1 0,2 0 0,-1-1 0,2-1 0,0 0 0,2-1 0,0 0 0,1 0 0,1-1 0,1-1 0,0 0 0,2 0 0,1 0 0,0-1 0,2 1 0,0-1 0,2 0 0,0 0 0,2 0 0,0-1 0,2 1 0,0 0 0,2 0 0,0 1 0,2-1 0,0 1 0,1 0 0,2 0 0,0 0 0,1 1 0,1 1 0,1 0 0,0 0 0,2 1 0,0 0 0,2 1 0,-1 1 0,2 0 0,1 1 0,0 0 0,1 1 0,0 2 0,1-1 0,1 2 0,0 0 0,1 2 0,0 0 0,0 1 0,1 1 0,1 1 0,0 0 0,0 2 0,0 1 0,1 0 0,-1 2 0,1 0 0,0 2 0,0 0 0,1 2 0,-1 0 0,0 2 0,0 0 0,0 2 0,-1 0 0,1 2 0,-1 0 0,0 1 0,0 2 0,0 0 0,-1 1 0,-1 1 0,0 1 0,0 0 0,-1 2 0,0 0 0,-1 2 0,-1-1 0,0 2 0,-1 1 0,0 0 0,-1 1 0,-2 0 0,1 1 0,-2 1 0,0 0 0,-2 1 0,0 0 0,-1 0 0,-1 1 0,-1 1 0,0 0 0,-2 0 0,-1 0 0,0 1 0,-2-1 0,0 1 0,-2 0 0,0 0 0,-2 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9:07:44.4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632 0 24575,'4'1'0,"0"-1"0,0 1 0,0 0 0,0 0 0,0 0 0,0 0 0,0 1 0,0 0 0,-1-1 0,1 1 0,-1 1 0,1-1 0,-1 0 0,0 1 0,5 4 0,43 56 0,-14-16 0,301 268 0,-195-177 0,-71-64 0,-33-28 0,-30-34 0,0-1 0,1 0 0,13 11 0,10 11 0,-1 1 0,45 62 0,-57-66 0,-1 0 0,18 41 0,19 31 0,-40-72 0,23 51 0,8 16 0,-34-71 0,-1 0 0,15 47 0,-17-43 0,1 0 0,16 28 0,-21-44 0,-1 0 0,0 1 0,-1-1 0,0 1 0,-2-1 0,1 1 0,-1 23 0,9 44 0,1-20 0,-7-33 0,1-1 0,16 44 0,-16-50 0,0 0 0,-1 1 0,4 39 0,0 4 0,28 172 0,-12-104 0,-9-2 0,-4-54 0,0-6 0,-7-47 0,-1 1 0,1 36 0,-5-30 0,1-1 0,1 1 0,10 44 0,-6-41 0,-2 1 0,-1 1 0,-2-1 0,-4 46 0,0-31 0,6 57 0,10-36 0,-9-53 0,0 0 0,2 30 0,-7 296 0,0-326 0,-2 1 0,0-1 0,-1 0 0,-1 0 0,-9 24 0,-8 28 0,17-53 0,-1 0 0,-1-1 0,-15 25 0,5-6 0,-9 13 0,-35 52 0,-42 35 0,88-121 0,-1 0 0,-29 20 0,0 1 0,4-4 0,-60 36 0,57-40 0,-53 44 0,21-8 0,-106 100 0,109-102 0,10-11 0,28-17 0,1 2 0,2 1 0,-34 52 0,-34 41 0,1-2 0,57-71 0,-59 61 0,-3 3 0,77-79 0,22-33 0,-1 1 0,0-1 0,-1 0 0,-12 13 0,1-4 0,2 0 0,-20 29 0,7-9 0,-62 65 0,-81 119 0,163-208-273,0-1 0,2 1 0,0 1 0,-7 17 0,9-15-6553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9:07:45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0 24575,'-1'1'0,"0"-1"0,0 1 0,-1-1 0,1 1 0,0-1 0,0 1 0,0 0 0,0 0 0,0-1 0,0 1 0,0 0 0,0 0 0,1 0 0,-1 0 0,0 0 0,0 0 0,1 0 0,-1 0 0,1 0 0,-1 1 0,1-1 0,-1 0 0,1 0 0,0 0 0,-1 1 0,1-1 0,0 2 0,-5 41 0,5-39 0,-3 300 0,5-156 0,-2-145 0,0 0 0,0-1 0,0 1 0,0 0 0,1 0 0,0-1 0,-1 1 0,1 0 0,1-1 0,-1 1 0,0-1 0,1 1 0,0-1 0,0 0 0,2 3 0,-2-4 0,0 0 0,1-1 0,-1 1 0,0-1 0,1 0 0,-1 0 0,1 0 0,-1 0 0,1 0 0,0 0 0,-1-1 0,1 1 0,0-1 0,-1 0 0,1 0 0,0 0 0,0 0 0,-1 0 0,1 0 0,0-1 0,3-1 0,15-3 0,-1 0 0,1-2 0,27-13 0,16-6 0,-14 11 0,62-9 0,32-9 0,-18 1 0,140-19 0,-183 37 0,-28 4 0,-28 4 0,0 1 0,50-2 0,-34 1 0,-36 4 0,0 0 0,0 1 0,0 0 0,0 1 0,-1-1 0,11 2 0,-16-1 0,1 1 0,0-1 0,-1 1 0,1-1 0,0 1 0,-1 0 0,1 0 0,-1 0 0,1 0 0,-1 0 0,0 0 0,1 0 0,-1 0 0,0 0 0,0 1 0,0-1 0,0 1 0,0-1 0,0 0 0,0 1 0,0 0 0,0-1 0,-1 1 0,1-1 0,-1 1 0,1 0 0,-1 0 0,0-1 0,1 4 0,0 4-195,-1-1 0,1 1 0,-1 0 0,0 0 0,-1-1 0,-3 16 0,-3 0-6631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9:07:47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0 223 24575,'2'1'0,"0"-1"0,0 0 0,-1 1 0,1-1 0,0 1 0,-1 0 0,1 0 0,0 0 0,-1-1 0,1 1 0,-1 0 0,1 1 0,-1-1 0,0 0 0,1 0 0,-1 1 0,2 1 0,20 33 0,-10-16 0,40 62 0,-44-65 0,0-1 0,1-1 0,0 0 0,2 0 0,0-1 0,0 0 0,28 23 0,-37-36 0,-1 1 0,1-1 0,-1 0 0,1 0 0,0 0 0,0 0 0,-1 0 0,1-1 0,0 1 0,0-1 0,0 0 0,0 1 0,0-2 0,0 1 0,-1 0 0,1 0 0,5-2 0,48-21 0,-25 9 0,-16 7 0,0-1 0,-1 0 0,-1-1 0,1-1 0,-1 0 0,22-24 0,-19 19 0,0 1 0,0 0 0,27-16 0,38-27 0,-36 23 0,6 7 0,-41 22 0,0 1 0,0-1 0,-1-1 0,0 0 0,9-7 0,-7 3 0,1 0 0,0 2 0,0-1 0,1 2 0,0 0 0,0 0 0,0 1 0,1 1 0,0 0 0,15-3 0,-26 8 0,0 1 0,0-1 0,0 1 0,1 0 0,-1-1 0,0 1 0,0 1 0,0-1 0,0 0 0,0 1 0,-1 0 0,1-1 0,0 1 0,-1 0 0,1 1 0,-1-1 0,0 0 0,0 1 0,1-1 0,-2 1 0,3 2 0,8 12 0,-2 1 0,11 22 0,-11-20 0,-5-10 0,1-1 0,-1 0 0,1 1 0,1-2 0,0 1 0,14 13 0,-19-20 0,0 0 0,0-1 0,1 0 0,-1 1 0,0-1 0,1 0 0,-1 0 0,1 0 0,0 0 0,-1-1 0,1 1 0,-1-1 0,1 1 0,0-1 0,0 0 0,-1 0 0,1 0 0,0-1 0,-1 1 0,1-1 0,-1 1 0,1-1 0,0 0 0,-1 0 0,1 0 0,-1 0 0,0 0 0,1-1 0,-1 1 0,0-1 0,0 1 0,2-3 0,130-107 0,-3 32 0,-84 52 0,2 3 0,90-33 0,-136 56 0,0 1 0,0-1 0,0 1 0,0 0 0,-1 0 0,1 0 0,0 0 0,0 1 0,0-1 0,0 1 0,0 0 0,-1-1 0,1 1 0,0 1 0,0-1 0,-1 0 0,1 1 0,2 1 0,48 38 0,-31-22 0,-6-8 0,0 4 0,1-2 0,1 0 0,0-2 0,1 1 0,0-2 0,0-1 0,1 0 0,41 11 0,-25-12 0,-14-3 0,0 0 0,35 2 0,-48-7 0,-1 0 0,1-1 0,-1 0 0,0 0 0,1-1 0,-1 0 0,0 0 0,0-1 0,0 0 0,11-6 0,44-21 0,33-20 0,-82 41 0,1 1 0,0 1 0,0 1 0,21-7 0,-31 11 0,1 0 0,-1 1 0,0 0 0,1 0 0,-1 0 0,0 0 0,1 1 0,-1 0 0,1 0 0,-1 1 0,1-1 0,-1 1 0,0 1 0,1-1 0,-1 1 0,7 2 0,-11-3 4,-1-1-1,0 1 0,1-1 1,-1 0-1,1 1 1,-1-1-1,1 0 1,-1 1-1,1-1 0,-1 0 1,1 0-1,-1 1 1,1-1-1,-1 0 0,1 0 1,-1 0-1,1 0 1,0 0-1,-1 0 0,1 0 1,-1 0-1,1 0 1,-1 0-1,1 0 1,-1 0-1,1 0 0,0 0 1,-1 0-1,1-1 1,0 1-1,3-19-1474,-5 3-5355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9:07:53.4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796 0 24575,'-1'19'0,"0"-1"0,-1 0 0,-1 0 0,-1 0 0,-1-1 0,-11 30 0,-55 96 0,46-96 0,-24 59 0,12-32 0,29-62 0,1 1 0,0 0 0,1 0 0,1 0 0,0 1 0,-4 18 0,-22 89 0,6-27 0,-9 38 0,16-67 0,-11 81 0,-16 112 0,39-226 0,-5 18 0,6-28 0,0-1 0,-2 35 0,-6 67 0,6-77 0,0 60 0,5-72 0,-2-1 0,-1 0 0,-1 0 0,-17 48 0,13-48 0,1 1 0,2 0 0,1 0 0,-2 41 0,8-33 0,-2 1 0,-10 57 0,6-59 0,-2 65 0,6-62 0,-9 56 0,5-55 0,2 0 0,2 47 0,2-48 0,-2 0 0,-10 56 0,4-38 0,2 0 0,3 0 0,7 71 0,-2-13 0,-2 949 0,-1-1038 0,-11 58 0,6-57 0,-2 54 0,8-60 0,0 21 0,-2 1 0,-11 69 0,-3 24 0,5-23 0,5-65 0,1 60 0,4-66 0,-13 91 0,5-74 0,4 0 0,2 0 0,7 69 0,-2-9 0,-15 44 0,-1 8 0,13-55 0,4 106 0,9-121 0,-5-59 0,0 61 0,-4-72 0,1 1 0,1-2 0,2 1 0,14 41 0,-8-33 0,12 87 0,-20-92 0,21 72 0,-4-24 0,-2 2 0,15 87 0,-31-156 5,1 1 1,1-1-1,11 26 0,-8-22-122,13 47-1,96 492-1445,-62-318 1563,-50-222 0,1 1 0,15 34 0,7 18 0,-4-3 869,44 88-1,-58-139-828,-6-8-40,-1-1 0,0 0 0,4 22 0,-6-23 0,0 1 0,2-1 0,-1 0 0,1-1 0,8 16 0,44 92 0,-29-57 0,-4-10 0,-7-15 0,22 37 0,41 84 0,-30-72 0,-19-31 0,2 0 0,2-2 0,64 74 0,-77-103 0,28 44 0,11 14 0,-1-7 0,-33-41 0,33 35 0,13 23 0,0-17 0,64 85 0,-111-129 0,9 13 0,-15-20 0,37 40 0,13 11 0,-46-49 0,0-1 0,28 24 0,15 9 0,-45-38 0,1-1 0,1 0 0,47 28 0,-40-29 0,-1 2 0,30 26 0,25 17 0,289 147 0,-215-127 0,-34-24 0,17 8 0,-113-53 0,-1-2 0,1-1 0,51 13 0,14 5 0,128 45 0,-162-54 0,1-3 0,0-2 0,79 8 0,-70-13 0,-32-3 0,68 3 0,-72-8 0,-1 2 0,0 1 0,-1 1 0,44 16 0,-38-11 0,0-1 0,57 6 0,-44-9 0,59 15 0,23 5 0,-71-19 0,-13 0 0,81 2 0,-109-9 0,0 0 0,36 10 0,-35-7 0,1 0 0,24 1 0,6-4 0,-5 0 0,0 1 0,45 9 0,-57-6 0,-1-2 0,53-2 0,21 1 0,-35 11 0,-54-8 0,0-1 0,29 1 0,601-3 0,-318-5 0,-307 2 0,0-2 0,0-1 0,0-1 0,32-12 0,28-5 0,-35 10 0,60-23 0,-23 6 0,-79 27 0,362-124 0,-347 114 0,0 0 0,0-2 0,21-17 0,-40 28 0,6-4 0,0-2 0,-1 1 0,0-1 0,-1 0 0,9-15 0,22-26 0,-5 17 0,45-62 0,53-117 0,-116 192 0,-10 15 0,-1 0 0,0 0 0,-1 0 0,1 0 0,-1 0 0,0-1 0,0 1 0,-1-1 0,0 0 0,0 0 0,2-9 0,-4 14 0,-1-1 0,1 1 0,-1 0 0,1 0 0,-1 0 0,0-1 0,1 1 0,-1 0 0,0 0 0,0 0 0,0 0 0,0 0 0,0 0 0,0 1 0,0-1 0,0 0 0,0 0 0,-1 1 0,1-1 0,0 1 0,0-1 0,-1 1 0,1 0 0,0-1 0,-1 1 0,1 0 0,0 0 0,-2 0 0,-45-3 0,41 3 0,-424 3 0,1255-3 0,-821 0 0,0 0 0,0 0 0,1 0 0,-1 0 0,0 1 0,0-1 0,0 1 0,1-1 0,-1 1 0,0 0 0,0 1 0,0-1 0,0 0 0,-1 1 0,1 0 0,0 0 0,0-1 0,-1 2 0,0-1 0,1 0 0,2 4 0,-2-1 0,-1 0 0,0 1 0,0-1 0,0 1 0,-1-1 0,1 1 0,-2 0 0,1-1 0,0 1 0,-1 0 0,-1 8 0,-4 229-1365,5-221-5461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9:08:31.4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9:09:26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1300 651 24506,'-1'25'0,"0"1"0,-2-1 0,0 0 0,-1 0 0,-2 0 0,0 0 0,-2 0 0,0-1 0,-1-1 0,-2 1 0,0-1 0,-1-1 0,-1 0 0,-1 0 0,0-1 0,-2-1 0,0 0 0,-1-1 0,0-1 0,-2 0 0,0-1 0,-1-1 0,0 0 0,-1-2 0,0 0 0,-1-1 0,-1-1 0,0-1 0,0-1 0,-1 0 0,0-2 0,-1 0 0,1-2 0,-1 0 0,0-2 0,-1-1 0,1 0 0,0-2 0,-1 0 0,0-2 0,1 0 0,0-2 0,-1 0 0,1-1 0,0-2 0,1 0 0,-1-2 0,1 0 0,0-2 0,1 0 0,0-1 0,0-1 0,1-1 0,1-1 0,0 0 0,1-2 0,0 0 0,1-1 0,0-1 0,2 0 0,0-1 0,1-1 0,0 0 0,2-1 0,0-1 0,1 0 0,1 0 0,1-1 0,0-1 0,2 1 0,1-1 0,0-1 0,2 0 0,0 0 0,2 0 0,1 0 0,0 0 0,2-1 0,0 1 0,2-1 0,0 0 0,2 1 0,0 0 0,1 0 0,2 0 0,0 0 0,2 0 0,0 1 0,1 1 0,2-1 0,0 1 0,1 1 0,1 0 0,1 0 0,0 1 0,2 1 0,0 0 0,1 1 0,0 1 0,2 0 0,0 1 0,1 1 0,0 0 0,1 2 0,0 0 0,1 1 0,1 1 0,0 1 0,0 1 0,1 0 0,0 2 0,1 0 0,-1 2 0,1 0 0,0 2 0,1 1 0,-1 0 0,0 2 0,1 0 0,0 2 0,-1 0 0,0 2 0,1 0 0,-1 1 0,0 2 0,-1 0 0,1 2 0,-1 0 0,0 2 0,-1 0 0,0 1 0,0 1 0,-1 1 0,-1 1 0,0 0 0,-1 2 0,0 0 0,-1 1 0,0 1 0,-2 0 0,0 1 0,-1 1 0,0 0 0,-2 1 0,0 1 0,-1 0 0,-1 0 0,-1 1 0,0 1 0,-2-1 0,-1 1 0,0 1 0,-2 0 0,0 0 0,-2 0 0,-1 0 0,0 0 0,-2 1 0,0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9:09:29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24575,'58'-1'0,"68"3"0,-122-1 0,0 0 0,-1 0 0,1 0 0,0 0 0,0 1 0,-1 0 0,1-1 0,-1 1 0,0 1 0,1-1 0,-1 0 0,0 1 0,0-1 0,-1 1 0,1 0 0,0 0 0,-1 0 0,0 1 0,0-1 0,0 0 0,0 1 0,0 0 0,-1-1 0,1 1 0,-1 0 0,0-1 0,0 1 0,0 8 0,3 12 0,-2 0 0,0 0 0,-3 37 0,0-40 0,0 59-1365,1-57-5461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9:09:30.0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48 24575,'5'0'0,"1"-4"0,4-2 0,5 1 0,5 0 0,3 2 0,2 1 0,1 1 0,-3-4 0,-1-1 0,-1 0 0,-3 2-8191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9:09:30.8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24575,'424'0'-1365,"-401"0"-5461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9:09:31.8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24575,'94'-1'0,"104"3"0,-194-2 0,-1 1 0,0 0 0,1-1 0,-1 1 0,0 0 0,0 0 0,0 1 0,0-1 0,0 1 0,0-1 0,0 1 0,0 0 0,0 0 0,-1 0 0,1 0 0,-1 1 0,4 4 0,-2-1 0,-1-1 0,0 1 0,0 0 0,-1 0 0,1-1 0,-1 2 0,-1-1 0,3 12 0,-2 6 0,-1-1 0,-1 1 0,-5 46 0,2-56 0,0 0 0,0 0 0,-2-1 0,1 1 0,-2-1 0,0 0 0,-13 21 0,19-34 2,0 0 1,0 0-1,0 0 0,0 0 0,0 0 0,0 0 1,0 0-1,0 0 0,0 0 0,0 0 0,0 0 1,0 0-1,-1 0 0,1-1 0,0 1 0,5-9-1096,-5 9 788,5-12-6520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9:09:32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24575,'1'1'0,"0"-1"0,0 0 0,0 1 0,0-1 0,0 1 0,0-1 0,0 1 0,0-1 0,0 1 0,0 0 0,0-1 0,0 1 0,-1 0 0,1 0 0,0 0 0,-1 0 0,1-1 0,0 1 0,-1 0 0,1 0 0,-1 0 0,0 0 0,1 0 0,-1 0 0,0 1 0,1-1 0,-1 2 0,6 37 0,-5-28 0,26 125 0,-4-23 0,-13-76 0,-3 1 0,-1 0 0,1 49 0,-7-54 0,-1-2 0,2 1 0,1-1 0,11 59 0,-3-14 105,-9-60-473,1 0 1,0 0-1,5 18 1,-1-18-6459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9:10:12.9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21389,'740'0'0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9:11:33.7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24575,'0'611'0,"0"-600"0,1 0 0,0-1 0,1 1 0,0 0 0,0 0 0,1-1 0,6 16 0,19-74 0,-25 43-136,0 1-1,0 0 1,0 0-1,0 0 1,1 0-1,0 0 1,0 1-1,0-1 0,5-3 1,7-1-6690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9:11:35.1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47 24575,'-20'57'0,"14"-7"0,2 1 0,2 0 0,9 86 0,-6-122 0,1-1 0,0 0 0,2 1 0,6 20 0,-8-31 0,-1 0 0,1 0 0,0 0 0,0-1 0,0 1 0,0-1 0,0 1 0,1-1 0,0 0 0,0 0 0,0 0 0,0 0 0,0-1 0,0 1 0,1-1 0,-1 0 0,1 0 0,0 0 0,-1 0 0,6 1 0,31 8 0,-2 2 0,58 26 0,-72-29 0,0-2 0,0-1 0,1-1 0,0-1 0,1-1 0,45 1 0,99 9 0,-168-13 0,0-1 0,-1 0 0,1 0 0,0-1 0,0 1 0,0 0 0,-1-1 0,1 1 0,0-1 0,-1 1 0,1-1 0,0 0 0,-1 1 0,1-1 0,-1 0 0,1 0 0,-1 0 0,0-1 0,1 1 0,-1 0 0,0 0 0,0-1 0,0 1 0,0-1 0,0 1 0,0-1 0,0 1 0,0-1 0,-1 0 0,1 1 0,0-1 0,-1 0 0,0 1 0,1-1 0,-1 0 0,0 0 0,0-2 0,2-12 0,-1 1 0,-1-1 0,-2-21 0,1 19 0,-1-19 0,-1-1 0,-1 1 0,-10-36 0,9 54 0,-1 0 0,-1 1 0,0 0 0,-1 1 0,-1-1 0,-1 2 0,-19-27 0,6 14 0,15 16 0,-1 2 0,-1 0 0,-20-19 0,25 26 0,0 0 0,-1 0 0,0 1 0,0 0 0,0 0 0,0 1 0,0 0 0,-1 0 0,1 0 0,-1 1 0,-12-2 0,-29 1 0,-50 4 0,50 0 0,-49-4 0,95 2-57,-1-1 0,1 1 1,0 0-1,-1-1 0,1 1 0,0-1 0,0 0 0,-1 0 0,1 0 0,0 0 0,0 0 1,0 0-1,0-1 0,0 1 0,0-1 0,0 1 0,1-1 0,-1 0 0,1 1 1,-1-1-1,1 0 0,-1 0 0,0-3 0,-4-11-6769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9:11:35.8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52 24575,'5'0'0,"5"0"0,2-4 0,3-2 0,3 1 0,3 0 0,3 2 0,2 1 0,0-4 0,1 0 0,0 0 0,0 2 0,0 1 0,-4 1-8191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9:11:37.6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361 159 24575,'0'-2'0,"0"0"0,-1-1 0,1 1 0,-1 0 0,0 0 0,0-1 0,1 1 0,-2 0 0,1 0 0,0 0 0,0 0 0,0 0 0,-1 0 0,1 1 0,-1-1 0,0 0 0,1 1 0,-1-1 0,0 1 0,0-1 0,0 1 0,0 0 0,0 0 0,0 0 0,-1 0 0,-2-1 0,-9-3 0,-1 1 0,0 1 0,-17-3 0,8 2 0,-1-1 0,-1 1 0,-32-1 0,52 5 0,-1 0 0,0 0 0,1 0 0,-1 1 0,0 0 0,1 0 0,-1 0 0,1 1 0,0 0 0,-1 0 0,1 1 0,0 0 0,-10 6 0,15-7 0,0-1 0,-1 1 0,1-1 0,0 1 0,0 0 0,1 0 0,-1-1 0,0 1 0,1 0 0,-1 0 0,1-1 0,-1 1 0,1 0 0,0 0 0,0 0 0,0 0 0,0 0 0,0 0 0,0 0 0,0-1 0,1 1 0,-1 0 0,1 0 0,-1 0 0,1 0 0,0-1 0,0 1 0,0 0 0,0-1 0,0 1 0,0-1 0,0 1 0,0-1 0,3 3 0,2 3 0,0 0 0,1 0 0,0-1 0,0 1 0,12 7 0,2-3 0,0 0 0,0-2 0,1 0 0,0-1 0,25 4 0,-23-5 0,-1 1 0,0 2 0,0 0 0,34 21 0,-31-15 0,53 21 0,-58-30 0,0 2 0,0 0 0,-1 1 0,25 17 0,-42-25 0,1 0 0,-1 0 0,0 1 0,0-1 0,0 1 0,0 0 0,0 0 0,-1 0 0,1 0 0,-1 0 0,0 1 0,0-1 0,0 1 0,0-1 0,-1 1 0,1 0 0,-1 0 0,0 0 0,0-1 0,-1 1 0,1 0 0,-1 0 0,0 0 0,0 0 0,0 0 0,0 0 0,-1 0 0,1 0 0,-1 0 0,0 0 0,0 0 0,-2 4 0,1-5 0,-1 1 0,1-1 0,0 0 0,-1 1 0,0-1 0,0-1 0,0 1 0,0 0 0,0-1 0,0 1 0,-1-1 0,1 0 0,-1 0 0,-7 2 0,-64 19 0,34-12 0,12-4 0,-1-1 0,0-2 0,0-1 0,0-1 0,0-2 0,-37-4 0,-16 1 0,77 4 0,1-1 0,-1-1 0,0 1 0,0-1 0,1 0 0,-1 0 0,0-1 0,1 0 0,-1 0 0,1 0 0,0-1 0,-6-3 0,9 4 0,0 1 0,0-1 0,0 0 0,0-1 0,0 1 0,1 0 0,-1 0 0,1-1 0,-1 1 0,1-1 0,0 1 0,0-1 0,0 0 0,1 1 0,-1-1 0,1 0 0,-1 0 0,1 1 0,0-1 0,0 0 0,0 0 0,0 1 0,1-1 0,-1 0 0,1 0 0,-1 1 0,2-4 0,0-2 0,1 0 0,-1 0 0,1 0 0,1 0 0,-1 0 0,1 1 0,0 0 0,1 0 0,0 0 0,0 0 0,1 1 0,0 0 0,0 0 0,0 0 0,0 1 0,1 0 0,0 0 0,0 0 0,1 1 0,-1 0 0,1 1 0,8-3 0,-6 2 0,1-1 0,-1 0 0,0 0 0,-1-1 0,1 0 0,-1-1 0,15-14 0,23-16 0,-38 30 0,-1-1 0,0 0 0,-1 0 0,1 0 0,-2-1 0,1 0 0,-1 0 0,-1-1 0,1 0 0,-2 0 0,1 0 0,-2 0 0,1-1 0,-1 1 0,-1-1 0,0 0 0,0 0 0,-1 0 0,-1 0 0,-1-19 0,1 27 0,-1-1 0,1 1 0,-1-1 0,0 1 0,0 0 0,-1-1 0,1 1 0,-1 0 0,1 0 0,-1 0 0,0 0 0,0 0 0,-1 0 0,1 0 0,-1 1 0,1-1 0,-1 1 0,0 0 0,1 0 0,-1 0 0,0 0 0,-1 0 0,-3-1 0,-8-3 0,0 1 0,0 0 0,0 1 0,-17-1 0,6 0 0,-20-2-1365,26 5-5461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7945F9-AABC-9C65-E32E-7DC6F4DC4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11F617-8054-B418-FC0A-964ABF689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421B83-EE31-A83C-B685-6EAEEBA3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4E7DC4-B8AA-856D-5721-BDAA73DB2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CD27CC-3813-EE36-C7F8-914BFF439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111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07138-FA98-2AB7-8629-10464DFF2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A09BF1-9866-C7FB-8187-5984390AE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BD2D0B-3720-1367-6E4B-7BDED4E4D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F6C8A2-DCEB-E016-D6AE-F3B0B68E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6390BA-4D7E-3122-1F7C-1B4CED483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94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E1EB0-5361-539B-1487-056C6CA7A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5BF9D0-37F3-CAFE-C020-53FA213F5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1B59A2-CBC0-7F9C-CA48-F53F6D660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3FD218-C794-DA8F-6ECF-21D625D29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0A8F59-A765-B2FA-FB87-D4799CAD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19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E2FDB-BFE8-D505-C08B-349088641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CED678-8B0C-DB88-F535-8C3D092E7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C9AE1F-3006-E35B-5B29-E656F1299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D2A83-8FFF-064B-42C5-C747E38ED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9DF2DC-23CE-033E-EB1E-F21159319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9BA7A6-8AAB-2208-7455-180F157DB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532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EA3F96-F88C-2D88-2135-0F3147DFC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43EBA4-24D4-11F2-13F5-7A6F2FA26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9FD5AF-A2A8-43FE-E3DC-D57F057D3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3B11BF-9991-5F88-4B19-38B8C115A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601185-94AD-F148-0979-CE9D691B1A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6D847EE-D711-E30C-D9D4-EC4821CB6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5A5D1D-80D7-7E82-FC04-26AA80548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F4C5FD-3854-F426-1038-4A54564B5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800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86F072-2AD8-CEFF-E084-3E3F69962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694FF3-EDBA-FDC8-5A91-FB138A7C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F59B27-3B03-58D5-C82A-D07C16084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F7513F-0ECA-24B6-86E6-480DC8961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088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E33E78-1119-2DD1-81CB-2116AC780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89B68D-3253-A4DC-D7D8-6F0479C6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BCEAE9-51CC-451F-C7FC-7DF43359F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69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59C0E2-99E5-9BD5-7DF6-5B325424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FD1D88-67B0-38B1-72C3-AEEE81035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7D50B8-2AEC-054F-8AA0-9D9AFEF0A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B05D71-43D7-A80D-A519-6C3248A89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195C05-EA1A-235E-5FD3-1E6CD8560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AEDF3E-7B0D-F53F-DEEA-161065FC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30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346A15-C5B6-A114-2E29-472AD902A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42CE56-0AC1-5501-F11D-922D2BAA78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8EAC10-74DA-1504-3BDE-5AF8A1226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67C23C-670F-2000-D053-4A2AC3B0B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627DCF-96FF-724E-AACC-50257417E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F118B2-D390-D3C9-14D8-EB02F15E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696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B9EFC3-22DB-323D-3917-A068C963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DA345F-62F3-F7D5-ED06-FE769207A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F6EBFA-6C49-1AFF-63A2-A10252DC4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6C5061-598F-4A83-3874-968F81EC3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A2B8F5-7672-41C0-7BEE-59F64D3E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146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7ECB5A-475F-EFD8-F291-9EBB7270B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EF4E86-9A7C-B062-6CF2-41A0C002E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B6D393-098F-34F5-8BDF-4401A7CFD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B88A78-B2E6-BE76-7F32-5E14E860F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05E81B-7276-0CAB-99FA-DE081090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913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405E34-265E-29A0-791E-52F8F3EC2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9327B4-7F9D-7B88-CFF9-4BDFB0749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D0C84C-48DF-BB7F-6AE3-7C2A85580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90772-3C17-48BD-9462-1080E2FAA39E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8F1F67-B553-9533-E74B-9D2431DC7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C1070C-3585-745F-2560-881E18F9E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51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27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7.png"/><Relationship Id="rId7" Type="http://schemas.openxmlformats.org/officeDocument/2006/relationships/image" Target="../media/image4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66.png"/><Relationship Id="rId3" Type="http://schemas.openxmlformats.org/officeDocument/2006/relationships/image" Target="../media/image60.png"/><Relationship Id="rId7" Type="http://schemas.openxmlformats.org/officeDocument/2006/relationships/image" Target="../media/image63.png"/><Relationship Id="rId12" Type="http://schemas.openxmlformats.org/officeDocument/2006/relationships/customXml" Target="../ink/ink4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65.png"/><Relationship Id="rId5" Type="http://schemas.openxmlformats.org/officeDocument/2006/relationships/image" Target="../media/image62.png"/><Relationship Id="rId10" Type="http://schemas.openxmlformats.org/officeDocument/2006/relationships/customXml" Target="../ink/ink3.xml"/><Relationship Id="rId4" Type="http://schemas.openxmlformats.org/officeDocument/2006/relationships/image" Target="../media/image61.png"/><Relationship Id="rId9" Type="http://schemas.openxmlformats.org/officeDocument/2006/relationships/image" Target="../media/image64.png"/><Relationship Id="rId14" Type="http://schemas.openxmlformats.org/officeDocument/2006/relationships/hyperlink" Target="https://github.com/jaewoo-rain/ai-study/blob/main/02%EC%A3%BC%EC%B0%A8/%ED%95%A8%EC%88%98%20%EC%98%88%EC%B8%A1%ED%95%98%EA%B8%B0.ipynb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customXml" Target="../ink/ink11.xml"/><Relationship Id="rId18" Type="http://schemas.openxmlformats.org/officeDocument/2006/relationships/image" Target="../media/image74.png"/><Relationship Id="rId3" Type="http://schemas.openxmlformats.org/officeDocument/2006/relationships/customXml" Target="../ink/ink5.xml"/><Relationship Id="rId21" Type="http://schemas.openxmlformats.org/officeDocument/2006/relationships/hyperlink" Target="https://github.com/jaewoo-rain/ai-study/blob/main/02%EC%A3%BC%EC%B0%A8/california_housing.ipynb" TargetMode="External"/><Relationship Id="rId7" Type="http://schemas.openxmlformats.org/officeDocument/2006/relationships/customXml" Target="../ink/ink7.xml"/><Relationship Id="rId12" Type="http://schemas.openxmlformats.org/officeDocument/2006/relationships/customXml" Target="../ink/ink10.xml"/><Relationship Id="rId17" Type="http://schemas.openxmlformats.org/officeDocument/2006/relationships/customXml" Target="../ink/ink13.xml"/><Relationship Id="rId2" Type="http://schemas.openxmlformats.org/officeDocument/2006/relationships/image" Target="../media/image67.png"/><Relationship Id="rId16" Type="http://schemas.openxmlformats.org/officeDocument/2006/relationships/image" Target="../media/image73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customXml" Target="../ink/ink9.xml"/><Relationship Id="rId5" Type="http://schemas.openxmlformats.org/officeDocument/2006/relationships/customXml" Target="../ink/ink6.xml"/><Relationship Id="rId15" Type="http://schemas.openxmlformats.org/officeDocument/2006/relationships/customXml" Target="../ink/ink12.xml"/><Relationship Id="rId10" Type="http://schemas.openxmlformats.org/officeDocument/2006/relationships/image" Target="../media/image71.png"/><Relationship Id="rId19" Type="http://schemas.openxmlformats.org/officeDocument/2006/relationships/customXml" Target="../ink/ink14.xml"/><Relationship Id="rId4" Type="http://schemas.openxmlformats.org/officeDocument/2006/relationships/image" Target="../media/image68.png"/><Relationship Id="rId9" Type="http://schemas.openxmlformats.org/officeDocument/2006/relationships/customXml" Target="../ink/ink8.xml"/><Relationship Id="rId14" Type="http://schemas.openxmlformats.org/officeDocument/2006/relationships/image" Target="../media/image7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customXml" Target="../ink/ink21.xml"/><Relationship Id="rId3" Type="http://schemas.openxmlformats.org/officeDocument/2006/relationships/image" Target="../media/image71.png"/><Relationship Id="rId7" Type="http://schemas.openxmlformats.org/officeDocument/2006/relationships/customXml" Target="../ink/ink18.xml"/><Relationship Id="rId12" Type="http://schemas.openxmlformats.org/officeDocument/2006/relationships/image" Target="../media/image79.png"/><Relationship Id="rId2" Type="http://schemas.openxmlformats.org/officeDocument/2006/relationships/customXml" Target="../ink/ink15.xml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customXml" Target="../ink/ink20.xml"/><Relationship Id="rId5" Type="http://schemas.openxmlformats.org/officeDocument/2006/relationships/customXml" Target="../ink/ink17.xml"/><Relationship Id="rId15" Type="http://schemas.openxmlformats.org/officeDocument/2006/relationships/customXml" Target="../ink/ink22.xml"/><Relationship Id="rId10" Type="http://schemas.openxmlformats.org/officeDocument/2006/relationships/image" Target="../media/image78.png"/><Relationship Id="rId4" Type="http://schemas.openxmlformats.org/officeDocument/2006/relationships/customXml" Target="../ink/ink16.xml"/><Relationship Id="rId9" Type="http://schemas.openxmlformats.org/officeDocument/2006/relationships/customXml" Target="../ink/ink19.xml"/><Relationship Id="rId14" Type="http://schemas.openxmlformats.org/officeDocument/2006/relationships/image" Target="../media/image8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customXml" Target="../ink/ink25.xml"/><Relationship Id="rId4" Type="http://schemas.openxmlformats.org/officeDocument/2006/relationships/customXml" Target="../ink/ink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customXml" Target="../ink/ink28.xml"/><Relationship Id="rId4" Type="http://schemas.openxmlformats.org/officeDocument/2006/relationships/customXml" Target="../ink/ink2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jaewoo-rain/ai-study/blob/main/02%EC%A3%BC%EC%B0%A8/Mnist.ipynb" TargetMode="External"/><Relationship Id="rId3" Type="http://schemas.openxmlformats.org/officeDocument/2006/relationships/image" Target="../media/image71.png"/><Relationship Id="rId7" Type="http://schemas.openxmlformats.org/officeDocument/2006/relationships/image" Target="../media/image85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customXml" Target="../ink/ink31.xml"/><Relationship Id="rId4" Type="http://schemas.openxmlformats.org/officeDocument/2006/relationships/customXml" Target="../ink/ink3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customXml" Target="../ink/ink34.xml"/><Relationship Id="rId4" Type="http://schemas.openxmlformats.org/officeDocument/2006/relationships/customXml" Target="../ink/ink3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0.xml"/><Relationship Id="rId18" Type="http://schemas.openxmlformats.org/officeDocument/2006/relationships/image" Target="../media/image102.png"/><Relationship Id="rId26" Type="http://schemas.openxmlformats.org/officeDocument/2006/relationships/image" Target="../media/image106.png"/><Relationship Id="rId21" Type="http://schemas.openxmlformats.org/officeDocument/2006/relationships/customXml" Target="../ink/ink43.xml"/><Relationship Id="rId34" Type="http://schemas.openxmlformats.org/officeDocument/2006/relationships/image" Target="../media/image110.png"/><Relationship Id="rId7" Type="http://schemas.openxmlformats.org/officeDocument/2006/relationships/customXml" Target="../ink/ink37.xml"/><Relationship Id="rId12" Type="http://schemas.openxmlformats.org/officeDocument/2006/relationships/image" Target="../media/image99.png"/><Relationship Id="rId17" Type="http://schemas.openxmlformats.org/officeDocument/2006/relationships/customXml" Target="../ink/ink41.xml"/><Relationship Id="rId25" Type="http://schemas.openxmlformats.org/officeDocument/2006/relationships/customXml" Target="../ink/ink45.xml"/><Relationship Id="rId33" Type="http://schemas.openxmlformats.org/officeDocument/2006/relationships/customXml" Target="../ink/ink49.xml"/><Relationship Id="rId38" Type="http://schemas.openxmlformats.org/officeDocument/2006/relationships/image" Target="../media/image112.png"/><Relationship Id="rId2" Type="http://schemas.openxmlformats.org/officeDocument/2006/relationships/image" Target="../media/image94.png"/><Relationship Id="rId16" Type="http://schemas.openxmlformats.org/officeDocument/2006/relationships/image" Target="../media/image101.png"/><Relationship Id="rId20" Type="http://schemas.openxmlformats.org/officeDocument/2006/relationships/image" Target="../media/image103.png"/><Relationship Id="rId29" Type="http://schemas.openxmlformats.org/officeDocument/2006/relationships/customXml" Target="../ink/ink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customXml" Target="../ink/ink39.xml"/><Relationship Id="rId24" Type="http://schemas.openxmlformats.org/officeDocument/2006/relationships/image" Target="../media/image105.png"/><Relationship Id="rId32" Type="http://schemas.openxmlformats.org/officeDocument/2006/relationships/image" Target="../media/image109.png"/><Relationship Id="rId37" Type="http://schemas.openxmlformats.org/officeDocument/2006/relationships/customXml" Target="../ink/ink51.xml"/><Relationship Id="rId5" Type="http://schemas.openxmlformats.org/officeDocument/2006/relationships/customXml" Target="../ink/ink36.xml"/><Relationship Id="rId15" Type="http://schemas.openxmlformats.org/officeDocument/2006/relationships/image" Target="../media/image100.png"/><Relationship Id="rId23" Type="http://schemas.openxmlformats.org/officeDocument/2006/relationships/customXml" Target="../ink/ink44.xml"/><Relationship Id="rId28" Type="http://schemas.openxmlformats.org/officeDocument/2006/relationships/image" Target="../media/image107.png"/><Relationship Id="rId36" Type="http://schemas.openxmlformats.org/officeDocument/2006/relationships/image" Target="../media/image111.png"/><Relationship Id="rId10" Type="http://schemas.openxmlformats.org/officeDocument/2006/relationships/image" Target="../media/image98.png"/><Relationship Id="rId19" Type="http://schemas.openxmlformats.org/officeDocument/2006/relationships/customXml" Target="../ink/ink42.xml"/><Relationship Id="rId31" Type="http://schemas.openxmlformats.org/officeDocument/2006/relationships/customXml" Target="../ink/ink48.xml"/><Relationship Id="rId4" Type="http://schemas.openxmlformats.org/officeDocument/2006/relationships/image" Target="../media/image95.png"/><Relationship Id="rId9" Type="http://schemas.openxmlformats.org/officeDocument/2006/relationships/customXml" Target="../ink/ink38.xml"/><Relationship Id="rId14" Type="http://schemas.openxmlformats.org/officeDocument/2006/relationships/image" Target="../media/image75.png"/><Relationship Id="rId22" Type="http://schemas.openxmlformats.org/officeDocument/2006/relationships/image" Target="../media/image104.png"/><Relationship Id="rId27" Type="http://schemas.openxmlformats.org/officeDocument/2006/relationships/customXml" Target="../ink/ink46.xml"/><Relationship Id="rId30" Type="http://schemas.openxmlformats.org/officeDocument/2006/relationships/image" Target="../media/image108.png"/><Relationship Id="rId35" Type="http://schemas.openxmlformats.org/officeDocument/2006/relationships/customXml" Target="../ink/ink50.xml"/><Relationship Id="rId8" Type="http://schemas.openxmlformats.org/officeDocument/2006/relationships/image" Target="../media/image97.png"/><Relationship Id="rId3" Type="http://schemas.openxmlformats.org/officeDocument/2006/relationships/customXml" Target="../ink/ink3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FCED6-5F2E-3EA7-B2A2-B861E550B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782" y="1041400"/>
            <a:ext cx="10880436" cy="2387600"/>
          </a:xfrm>
        </p:spPr>
        <p:txBody>
          <a:bodyPr>
            <a:normAutofit/>
          </a:bodyPr>
          <a:lstStyle/>
          <a:p>
            <a:r>
              <a:rPr lang="ko-KR" altLang="en-US" b="1" dirty="0" err="1"/>
              <a:t>경사하강법</a:t>
            </a:r>
            <a:r>
              <a:rPr lang="en-US" altLang="ko-KR" b="1" dirty="0"/>
              <a:t>, </a:t>
            </a:r>
            <a:r>
              <a:rPr lang="ko-KR" altLang="en-US" b="1" dirty="0" err="1"/>
              <a:t>역전파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2D9F64-AEBF-88D8-A196-96E0A00901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스터디</a:t>
            </a:r>
          </a:p>
        </p:txBody>
      </p:sp>
    </p:spTree>
    <p:extLst>
      <p:ext uri="{BB962C8B-B14F-4D97-AF65-F5344CB8AC3E}">
        <p14:creationId xmlns:p14="http://schemas.microsoft.com/office/powerpoint/2010/main" val="435726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B307B8-22CC-6EDB-5FEE-2C593948E8C0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1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F0A9A2-B08F-C4CF-F622-D37CB0255281}"/>
              </a:ext>
            </a:extLst>
          </p:cNvPr>
          <p:cNvSpPr txBox="1"/>
          <p:nvPr/>
        </p:nvSpPr>
        <p:spPr>
          <a:xfrm>
            <a:off x="1163052" y="27271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rgbClr val="00B0F0"/>
                </a:solidFill>
              </a:rPr>
              <a:t>경사하강법이란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B77E5FD-4523-FC80-965A-FFF2DDED91D5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BC424E4-6EC8-93D9-3788-386EDA02B354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52BB282-F298-9117-6A94-3176D9387208}"/>
              </a:ext>
            </a:extLst>
          </p:cNvPr>
          <p:cNvSpPr txBox="1"/>
          <p:nvPr/>
        </p:nvSpPr>
        <p:spPr>
          <a:xfrm>
            <a:off x="6174378" y="2615905"/>
            <a:ext cx="51551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경사 </a:t>
            </a:r>
            <a:r>
              <a:rPr lang="ko-KR" altLang="en-US" b="1" dirty="0" err="1"/>
              <a:t>하강법</a:t>
            </a:r>
            <a:r>
              <a:rPr lang="en-US" altLang="ko-KR" b="1" dirty="0"/>
              <a:t>(Gradient descent)</a:t>
            </a:r>
          </a:p>
          <a:p>
            <a:r>
              <a:rPr lang="ko-KR" altLang="en-US" dirty="0"/>
              <a:t>함수의 값이 낮아지는 방향으로 각 독립변수들의 값을 변형시키면서 함수가 최솟값을 갖도록 하는 독립변수의 값을 탐색 방법을 의미한다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595CE9BC-9884-F6DB-5D77-2DAD561AF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498" y="1296177"/>
            <a:ext cx="4074158" cy="4471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0794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A08E9-A9CF-E191-4884-F5396CF24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930D442-E1D0-711A-CBF5-A391A40299D0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1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BC0C8F-163E-A378-26E0-A2524F361405}"/>
              </a:ext>
            </a:extLst>
          </p:cNvPr>
          <p:cNvSpPr txBox="1"/>
          <p:nvPr/>
        </p:nvSpPr>
        <p:spPr>
          <a:xfrm>
            <a:off x="1163052" y="27271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rgbClr val="00B0F0"/>
                </a:solidFill>
              </a:rPr>
              <a:t>경사하강법이란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8C8C5DC-80F1-03BA-C964-AB7696B01E33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8D29BA7-F23E-9A46-8FE8-52FC0719748C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0" name="그림 9" descr="라인, 도표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E2C0C6-570C-4457-F751-5F9E3E4E6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35" y="1234435"/>
            <a:ext cx="5852172" cy="4389129"/>
          </a:xfrm>
          <a:prstGeom prst="rect">
            <a:avLst/>
          </a:prstGeom>
        </p:spPr>
      </p:pic>
      <p:pic>
        <p:nvPicPr>
          <p:cNvPr id="14" name="그림 13" descr="폰트, 타이포그래피, 화이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2BF635-CE49-6429-C408-66B8875DB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303" y="1789010"/>
            <a:ext cx="2800741" cy="6096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2E1BCE9-2E82-0938-65EA-C6722643F893}"/>
              </a:ext>
            </a:extLst>
          </p:cNvPr>
          <p:cNvSpPr txBox="1"/>
          <p:nvPr/>
        </p:nvSpPr>
        <p:spPr>
          <a:xfrm>
            <a:off x="6315740" y="2785730"/>
            <a:ext cx="46995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목표</a:t>
            </a:r>
            <a:r>
              <a:rPr lang="en-US" altLang="ko-KR" dirty="0"/>
              <a:t>: Loss </a:t>
            </a:r>
            <a:r>
              <a:rPr lang="ko-KR" altLang="en-US" dirty="0"/>
              <a:t>최소화하는 </a:t>
            </a:r>
            <a:r>
              <a:rPr lang="en-US" altLang="ko-KR" dirty="0" err="1"/>
              <a:t>a,b</a:t>
            </a:r>
            <a:r>
              <a:rPr lang="ko-KR" altLang="en-US" dirty="0"/>
              <a:t>를 찾아라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방법</a:t>
            </a:r>
            <a:r>
              <a:rPr lang="en-US" altLang="ko-KR" dirty="0"/>
              <a:t>: </a:t>
            </a:r>
            <a:r>
              <a:rPr lang="en-US" altLang="ko-KR" dirty="0" err="1"/>
              <a:t>a,b</a:t>
            </a:r>
            <a:r>
              <a:rPr lang="en-US" altLang="ko-KR" dirty="0"/>
              <a:t> </a:t>
            </a:r>
            <a:r>
              <a:rPr lang="ko-KR" altLang="en-US" dirty="0"/>
              <a:t>를 바꿔가면서 </a:t>
            </a:r>
            <a:r>
              <a:rPr lang="en-US" altLang="ko-KR" dirty="0"/>
              <a:t>Loss</a:t>
            </a:r>
            <a:r>
              <a:rPr lang="ko-KR" altLang="en-US" dirty="0"/>
              <a:t>값을 찍어보자</a:t>
            </a:r>
            <a:r>
              <a:rPr lang="en-US" altLang="ko-KR" dirty="0"/>
              <a:t> -&gt; Loss</a:t>
            </a:r>
            <a:r>
              <a:rPr lang="ko-KR" altLang="en-US" dirty="0"/>
              <a:t>함수</a:t>
            </a:r>
          </a:p>
        </p:txBody>
      </p:sp>
    </p:spTree>
    <p:extLst>
      <p:ext uri="{BB962C8B-B14F-4D97-AF65-F5344CB8AC3E}">
        <p14:creationId xmlns:p14="http://schemas.microsoft.com/office/powerpoint/2010/main" val="806564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3C611-093C-99E1-D88E-6B0A41807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93DCFE-C8F0-7753-714C-9F7E6B477E25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1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847B54-B50E-ABAD-73B3-365A5559A400}"/>
              </a:ext>
            </a:extLst>
          </p:cNvPr>
          <p:cNvSpPr txBox="1"/>
          <p:nvPr/>
        </p:nvSpPr>
        <p:spPr>
          <a:xfrm>
            <a:off x="1163052" y="27271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rgbClr val="00B0F0"/>
                </a:solidFill>
              </a:rPr>
              <a:t>경사하강법이란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B5FC63F-5F53-1074-6E0E-50C02107EDF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F586FAD-C73B-481E-B3AC-0A7AC121E245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F9FE0E0-AD2B-1825-9A49-AB13C5E2447E}"/>
              </a:ext>
            </a:extLst>
          </p:cNvPr>
          <p:cNvSpPr txBox="1"/>
          <p:nvPr/>
        </p:nvSpPr>
        <p:spPr>
          <a:xfrm>
            <a:off x="6174378" y="2639962"/>
            <a:ext cx="51551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a,b</a:t>
            </a:r>
            <a:r>
              <a:rPr lang="en-US" altLang="ko-KR" b="1" dirty="0"/>
              <a:t> </a:t>
            </a:r>
            <a:r>
              <a:rPr lang="ko-KR" altLang="en-US" b="1" dirty="0"/>
              <a:t>두가지로 </a:t>
            </a:r>
            <a:r>
              <a:rPr lang="ko-KR" altLang="en-US" b="1" dirty="0" err="1"/>
              <a:t>그림그리기</a:t>
            </a:r>
            <a:r>
              <a:rPr lang="ko-KR" altLang="en-US" b="1" dirty="0"/>
              <a:t> 가능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하지만</a:t>
            </a:r>
            <a:r>
              <a:rPr lang="en-US" altLang="ko-KR" b="1" dirty="0"/>
              <a:t>… 10</a:t>
            </a:r>
            <a:r>
              <a:rPr lang="ko-KR" altLang="en-US" b="1" dirty="0"/>
              <a:t>개</a:t>
            </a:r>
            <a:r>
              <a:rPr lang="en-US" altLang="ko-KR" b="1" dirty="0"/>
              <a:t>,100</a:t>
            </a:r>
            <a:r>
              <a:rPr lang="ko-KR" altLang="en-US" b="1" dirty="0"/>
              <a:t>개</a:t>
            </a:r>
            <a:r>
              <a:rPr lang="en-US" altLang="ko-KR" b="1" dirty="0"/>
              <a:t>,10000</a:t>
            </a:r>
            <a:r>
              <a:rPr lang="ko-KR" altLang="en-US" b="1" dirty="0"/>
              <a:t>개도 그리기 가능</a:t>
            </a:r>
            <a:r>
              <a:rPr lang="en-US" altLang="ko-KR" b="1" dirty="0"/>
              <a:t>?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b="1" dirty="0"/>
              <a:t>불가능</a:t>
            </a: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b="1" dirty="0"/>
              <a:t>그림으로 </a:t>
            </a:r>
            <a:r>
              <a:rPr lang="ko-KR" altLang="en-US" b="1" dirty="0" err="1"/>
              <a:t>판단말고</a:t>
            </a:r>
            <a:r>
              <a:rPr lang="ko-KR" altLang="en-US" b="1" dirty="0"/>
              <a:t> 특정 지점에서 어디로 갈지만 알아보자</a:t>
            </a:r>
            <a:r>
              <a:rPr lang="en-US" altLang="ko-KR" b="1" dirty="0"/>
              <a:t>!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b="1" dirty="0" err="1"/>
              <a:t>경사하강법</a:t>
            </a:r>
            <a:r>
              <a:rPr lang="ko-KR" altLang="en-US" b="1" dirty="0"/>
              <a:t> 등장</a:t>
            </a:r>
            <a:r>
              <a:rPr lang="en-US" altLang="ko-KR" b="1" dirty="0"/>
              <a:t>!</a:t>
            </a:r>
          </a:p>
        </p:txBody>
      </p:sp>
      <p:pic>
        <p:nvPicPr>
          <p:cNvPr id="5" name="그림 4" descr="그림, 스케치, 도표, 아동 미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77E39C-00DB-AF7B-78A6-79F2B51D8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035" y="1428471"/>
            <a:ext cx="4544059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183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D3CBF-CF6F-C919-2849-59F788C49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454401A-C4A5-93FA-2521-78B16E833270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1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BF48EB-84C0-421F-430C-3679A2B6EFE0}"/>
              </a:ext>
            </a:extLst>
          </p:cNvPr>
          <p:cNvSpPr txBox="1"/>
          <p:nvPr/>
        </p:nvSpPr>
        <p:spPr>
          <a:xfrm>
            <a:off x="1163052" y="27271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rgbClr val="00B0F0"/>
                </a:solidFill>
              </a:rPr>
              <a:t>경사하강법이란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3294746-F826-2DB8-760B-FBE34E0045EA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524264F-B1BA-5A9A-CD2C-6655302F8E01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FA7EE8D-4850-3AFC-02BD-4DC10872A90E}"/>
              </a:ext>
            </a:extLst>
          </p:cNvPr>
          <p:cNvSpPr txBox="1"/>
          <p:nvPr/>
        </p:nvSpPr>
        <p:spPr>
          <a:xfrm>
            <a:off x="5490665" y="1980568"/>
            <a:ext cx="51551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Gradient</a:t>
            </a:r>
            <a:r>
              <a:rPr lang="ko-KR" altLang="en-US" b="1" dirty="0"/>
              <a:t>는 무엇인가</a:t>
            </a:r>
            <a:r>
              <a:rPr lang="en-US" altLang="ko-KR" b="1" dirty="0"/>
              <a:t>?</a:t>
            </a:r>
            <a:r>
              <a:rPr lang="ko-KR" altLang="en-US" b="1" dirty="0"/>
              <a:t> 공간에 대한 기울기</a:t>
            </a:r>
            <a:endParaRPr lang="en-US" altLang="ko-KR" b="1" dirty="0"/>
          </a:p>
          <a:p>
            <a:endParaRPr lang="en-US" altLang="ko-KR" dirty="0"/>
          </a:p>
          <a:p>
            <a:r>
              <a:rPr lang="ko-KR" altLang="en-US" dirty="0"/>
              <a:t>스칼라 함수가 여러 변수 공간에서 어떻게 가장 빠르게 증가하는지를 나타내는 벡터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14" name="그림 13" descr="도표, 그림, 스케치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8E1FE4-7A10-1C94-A467-DD06558D3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48" y="1757831"/>
            <a:ext cx="4048690" cy="3667637"/>
          </a:xfrm>
          <a:prstGeom prst="rect">
            <a:avLst/>
          </a:prstGeom>
        </p:spPr>
      </p:pic>
      <p:pic>
        <p:nvPicPr>
          <p:cNvPr id="16" name="그림 15" descr="폰트, 친필, 텍스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0BBDB5-6709-037F-7CFC-0F8AE858E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094" y="3400106"/>
            <a:ext cx="4464343" cy="1116086"/>
          </a:xfrm>
          <a:prstGeom prst="rect">
            <a:avLst/>
          </a:prstGeom>
        </p:spPr>
      </p:pic>
      <p:pic>
        <p:nvPicPr>
          <p:cNvPr id="18" name="그림 17" descr="폰트, 화이트, 라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BF10DD-0ADD-E658-D59D-B23ACF54D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0665" y="4339467"/>
            <a:ext cx="2062879" cy="207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685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04C1D-ABEF-7549-6A1E-0CBBBF539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FD9303-A4EC-1020-EE0B-9DDA7F636C75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1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26A7C-FC82-A37C-F675-E9D622EC4E0A}"/>
              </a:ext>
            </a:extLst>
          </p:cNvPr>
          <p:cNvSpPr txBox="1"/>
          <p:nvPr/>
        </p:nvSpPr>
        <p:spPr>
          <a:xfrm>
            <a:off x="1163052" y="27271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rgbClr val="00B0F0"/>
                </a:solidFill>
              </a:rPr>
              <a:t>경사하강법이란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F01DE00-98AD-B29B-1562-5D5C96794EA1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F5A3734-86AA-B957-8994-AEFFCE3F2184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9D1B2A6-B937-531E-AD75-4082DB38C540}"/>
              </a:ext>
            </a:extLst>
          </p:cNvPr>
          <p:cNvSpPr txBox="1"/>
          <p:nvPr/>
        </p:nvSpPr>
        <p:spPr>
          <a:xfrm>
            <a:off x="5490665" y="1980568"/>
            <a:ext cx="51551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Gradient</a:t>
            </a:r>
            <a:r>
              <a:rPr lang="ko-KR" altLang="en-US" b="1" dirty="0"/>
              <a:t> </a:t>
            </a:r>
            <a:r>
              <a:rPr lang="en-US" altLang="ko-KR" b="1" dirty="0"/>
              <a:t>descent</a:t>
            </a:r>
          </a:p>
          <a:p>
            <a:endParaRPr lang="en-US" altLang="ko-KR" dirty="0"/>
          </a:p>
          <a:p>
            <a:r>
              <a:rPr lang="ko-KR" altLang="en-US" dirty="0"/>
              <a:t>손실함수의 </a:t>
            </a:r>
            <a:r>
              <a:rPr lang="en-US" altLang="ko-KR" dirty="0"/>
              <a:t>gradient</a:t>
            </a:r>
            <a:r>
              <a:rPr lang="ko-KR" altLang="en-US" dirty="0"/>
              <a:t>를 계산한 후 그 반대 방향으로 </a:t>
            </a:r>
            <a:r>
              <a:rPr lang="en-US" altLang="ko-KR" dirty="0"/>
              <a:t>learning rate</a:t>
            </a:r>
            <a:r>
              <a:rPr lang="ko-KR" altLang="en-US" dirty="0"/>
              <a:t>만큼 이동하여 가중치를 업데이트하는 최적화 방법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8A2EBB9E-5EC9-FBAD-DAE2-5DAFFB585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46" y="1980568"/>
            <a:ext cx="4868374" cy="2740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 descr="폰트, 화이트, 로고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F5B2E1-A240-1F73-ECB0-31D213637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665" y="3923044"/>
            <a:ext cx="1282275" cy="49384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A4754E8-A148-4035-9DFA-F1A6E5018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086" y="4101494"/>
            <a:ext cx="277249" cy="207937"/>
          </a:xfrm>
          <a:prstGeom prst="rect">
            <a:avLst/>
          </a:prstGeom>
        </p:spPr>
      </p:pic>
      <p:pic>
        <p:nvPicPr>
          <p:cNvPr id="16" name="그림 15" descr="폰트, 화이트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171E4F-3632-091D-AE6D-5C67FB0954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8389" y="3678625"/>
            <a:ext cx="2183333" cy="909722"/>
          </a:xfrm>
          <a:prstGeom prst="rect">
            <a:avLst/>
          </a:prstGeom>
        </p:spPr>
      </p:pic>
      <p:pic>
        <p:nvPicPr>
          <p:cNvPr id="18" name="그림 17" descr="폰트, 타이포그래피, 화이트, 서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76712B-25F1-E137-29D0-56DB5CEE3B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4034" y="4793041"/>
            <a:ext cx="2553056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134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DDC4E-9383-0D80-3779-39291DC6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8232205-A7F4-32C2-A24B-B0CDEB717E7B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1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36D489-3894-EC45-D018-781A7B68A66C}"/>
              </a:ext>
            </a:extLst>
          </p:cNvPr>
          <p:cNvSpPr txBox="1"/>
          <p:nvPr/>
        </p:nvSpPr>
        <p:spPr>
          <a:xfrm>
            <a:off x="1163052" y="27271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rgbClr val="00B0F0"/>
                </a:solidFill>
              </a:rPr>
              <a:t>경사하강법이란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906A6AA-8C0A-C492-3A1D-00569AAA14B5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1FDFE49-C4C9-0C64-9CA6-BF799C7003FB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" name="그림 2" descr="친필, 텍스트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E12B5C-263A-5A14-1B58-CC3C6A24F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756" y="908229"/>
            <a:ext cx="7219426" cy="43415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D0C726-7956-9FEF-6F0B-B8BFA891AB98}"/>
              </a:ext>
            </a:extLst>
          </p:cNvPr>
          <p:cNvSpPr txBox="1"/>
          <p:nvPr/>
        </p:nvSpPr>
        <p:spPr>
          <a:xfrm>
            <a:off x="2775098" y="5419667"/>
            <a:ext cx="8739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방향은 좋은데 크기가 이상해</a:t>
            </a:r>
            <a:r>
              <a:rPr lang="en-US" altLang="ko-KR" dirty="0"/>
              <a:t>!! =&gt; Learning Rate </a:t>
            </a:r>
            <a:r>
              <a:rPr lang="ko-KR" altLang="en-US" dirty="0"/>
              <a:t>등장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8440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39C45-362F-BDBE-11CA-F88CE85F4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41D706C-47E9-654C-1192-0078F26E78A4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1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03B3CF-66B7-3F36-ABD8-444ECFA5FC40}"/>
              </a:ext>
            </a:extLst>
          </p:cNvPr>
          <p:cNvSpPr txBox="1"/>
          <p:nvPr/>
        </p:nvSpPr>
        <p:spPr>
          <a:xfrm>
            <a:off x="1163052" y="27271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rgbClr val="00B0F0"/>
                </a:solidFill>
              </a:rPr>
              <a:t>경사하강법이란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179AB1B-F9E1-9DA8-43E5-95C999275617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345822C-660E-3D90-3F35-90B99E596028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그림 7" descr="친필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80C480-091A-18E4-3096-55E6042F7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034" y="2038096"/>
            <a:ext cx="4471339" cy="3232657"/>
          </a:xfrm>
          <a:prstGeom prst="rect">
            <a:avLst/>
          </a:prstGeom>
        </p:spPr>
      </p:pic>
      <p:pic>
        <p:nvPicPr>
          <p:cNvPr id="12" name="그림 11" descr="폰트, 텍스트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1DA859-4497-6186-BA72-ABEDB225B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896" y="2538487"/>
            <a:ext cx="3134162" cy="10955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B13317D-E49C-4969-93A1-9B85A7C3C3B7}"/>
              </a:ext>
            </a:extLst>
          </p:cNvPr>
          <p:cNvSpPr txBox="1"/>
          <p:nvPr/>
        </p:nvSpPr>
        <p:spPr>
          <a:xfrm>
            <a:off x="2317898" y="1064670"/>
            <a:ext cx="8739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방향은 좋은데 크기가 이상해</a:t>
            </a:r>
            <a:r>
              <a:rPr lang="en-US" altLang="ko-KR" dirty="0"/>
              <a:t>!! =&gt; Learning Rate </a:t>
            </a:r>
            <a:r>
              <a:rPr lang="ko-KR" altLang="en-US" dirty="0"/>
              <a:t>등장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F7723F-140A-8857-1735-EF00107C9CEA}"/>
              </a:ext>
            </a:extLst>
          </p:cNvPr>
          <p:cNvSpPr txBox="1"/>
          <p:nvPr/>
        </p:nvSpPr>
        <p:spPr>
          <a:xfrm>
            <a:off x="5701485" y="4281709"/>
            <a:ext cx="6079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수렴할 때 </a:t>
            </a:r>
            <a:r>
              <a:rPr lang="ko-KR" altLang="en-US" dirty="0" err="1"/>
              <a:t>쯤</a:t>
            </a:r>
            <a:r>
              <a:rPr lang="ko-KR" altLang="en-US" dirty="0"/>
              <a:t> </a:t>
            </a:r>
            <a:r>
              <a:rPr lang="en-US" altLang="ko-KR" dirty="0"/>
              <a:t>gradient </a:t>
            </a:r>
            <a:r>
              <a:rPr lang="ko-KR" altLang="en-US" dirty="0"/>
              <a:t>기하급수적으로 </a:t>
            </a:r>
            <a:r>
              <a:rPr lang="en-US" altLang="ko-KR" dirty="0"/>
              <a:t>0</a:t>
            </a:r>
            <a:r>
              <a:rPr lang="ko-KR" altLang="en-US" dirty="0"/>
              <a:t>에 </a:t>
            </a:r>
            <a:r>
              <a:rPr lang="ko-KR" altLang="en-US" dirty="0" err="1"/>
              <a:t>가까워짐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1971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3FC46-6981-4F89-5FD3-C4E53107B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925EA5-CAA1-9CFE-FA36-6DDB66A77B9E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1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D69D82-1661-7B15-3B89-EC25B6B38D9E}"/>
              </a:ext>
            </a:extLst>
          </p:cNvPr>
          <p:cNvSpPr txBox="1"/>
          <p:nvPr/>
        </p:nvSpPr>
        <p:spPr>
          <a:xfrm>
            <a:off x="1163052" y="27271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정리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2A49758-D431-FFCC-10CC-FA262F021B5D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E483AFC-BF0D-B2FE-E2D2-5BD9F3B8F72B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31FC4A5-8199-0055-F752-7B1A0E8F828C}"/>
              </a:ext>
            </a:extLst>
          </p:cNvPr>
          <p:cNvSpPr txBox="1"/>
          <p:nvPr/>
        </p:nvSpPr>
        <p:spPr>
          <a:xfrm>
            <a:off x="1533526" y="1149494"/>
            <a:ext cx="885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단점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0002DB-6E7E-F111-1FEB-6598645911D1}"/>
              </a:ext>
            </a:extLst>
          </p:cNvPr>
          <p:cNvSpPr txBox="1"/>
          <p:nvPr/>
        </p:nvSpPr>
        <p:spPr>
          <a:xfrm>
            <a:off x="1533526" y="1634855"/>
            <a:ext cx="8855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너무 신중하게 방향 선택 </a:t>
            </a:r>
            <a:r>
              <a:rPr lang="en-US" altLang="ko-KR" dirty="0"/>
              <a:t>= </a:t>
            </a:r>
            <a:r>
              <a:rPr lang="ko-KR" altLang="en-US" dirty="0"/>
              <a:t>너무 느림 </a:t>
            </a:r>
            <a:r>
              <a:rPr lang="en-US" altLang="ko-KR" dirty="0"/>
              <a:t>=&gt; GPU </a:t>
            </a:r>
            <a:r>
              <a:rPr lang="ko-KR" altLang="en-US" dirty="0"/>
              <a:t>등장하면서 해결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local minimum</a:t>
            </a:r>
            <a:r>
              <a:rPr lang="ko-KR" altLang="en-US" dirty="0"/>
              <a:t>에 빠지기 쉬움</a:t>
            </a:r>
            <a:endParaRPr lang="en-US" altLang="ko-KR" dirty="0"/>
          </a:p>
        </p:txBody>
      </p:sp>
      <p:pic>
        <p:nvPicPr>
          <p:cNvPr id="8" name="그림 7" descr="그래프, 라인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6C7E6E-59CC-FC70-B8E4-D558699C9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001" y="2659525"/>
            <a:ext cx="5553850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106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7CBC2-7500-684B-29DA-A4FB5B16E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CC63CD-4E62-4B16-EE89-CDADD9E35CC4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2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D996D9-046F-762B-A24F-936EDA6C240F}"/>
              </a:ext>
            </a:extLst>
          </p:cNvPr>
          <p:cNvSpPr txBox="1"/>
          <p:nvPr/>
        </p:nvSpPr>
        <p:spPr>
          <a:xfrm>
            <a:off x="1163052" y="272716"/>
            <a:ext cx="2824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rgbClr val="00B0F0"/>
                </a:solidFill>
              </a:rPr>
              <a:t>역전파</a:t>
            </a:r>
            <a:r>
              <a:rPr lang="ko-KR" altLang="en-US" sz="2800" b="1" dirty="0">
                <a:solidFill>
                  <a:srgbClr val="00B0F0"/>
                </a:solidFill>
              </a:rPr>
              <a:t> 알고리즘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E08F0F7-F7D4-3E0D-B808-A4812CA4253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2A60D97-E23F-88E9-0D1B-633E03BD0BEB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D2E609A-5D81-9ADF-F38C-9081D728123C}"/>
              </a:ext>
            </a:extLst>
          </p:cNvPr>
          <p:cNvSpPr txBox="1"/>
          <p:nvPr/>
        </p:nvSpPr>
        <p:spPr>
          <a:xfrm>
            <a:off x="1533526" y="3128258"/>
            <a:ext cx="8855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이거 어떻게 </a:t>
            </a:r>
            <a:r>
              <a:rPr lang="ko-KR" altLang="en-US" dirty="0" err="1"/>
              <a:t>구해할건데</a:t>
            </a:r>
            <a:r>
              <a:rPr lang="en-US" altLang="ko-KR" dirty="0"/>
              <a:t>?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 err="1"/>
              <a:t>역전파</a:t>
            </a:r>
            <a:r>
              <a:rPr lang="ko-KR" altLang="en-US" dirty="0"/>
              <a:t> 알고리즘으로 할거임</a:t>
            </a:r>
            <a:endParaRPr lang="en-US" altLang="ko-KR" dirty="0"/>
          </a:p>
        </p:txBody>
      </p:sp>
      <p:pic>
        <p:nvPicPr>
          <p:cNvPr id="10" name="그림 9" descr="폰트, 텍스트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467523-B4B1-F05F-E6A5-6E5F56389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26" y="1944981"/>
            <a:ext cx="3134162" cy="1095528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CBEC670B-9F2E-A58C-E3D1-EEF7FBC5B539}"/>
              </a:ext>
            </a:extLst>
          </p:cNvPr>
          <p:cNvSpPr/>
          <p:nvPr/>
        </p:nvSpPr>
        <p:spPr>
          <a:xfrm>
            <a:off x="3976579" y="1944981"/>
            <a:ext cx="595421" cy="109552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611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9209C-1184-7D7B-3328-0A5618082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D0F261-DFFD-4E72-A1C4-1223779095AB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2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5DD420-1BBE-A1EC-6D7D-B7AA359EB477}"/>
              </a:ext>
            </a:extLst>
          </p:cNvPr>
          <p:cNvSpPr txBox="1"/>
          <p:nvPr/>
        </p:nvSpPr>
        <p:spPr>
          <a:xfrm>
            <a:off x="1163052" y="272716"/>
            <a:ext cx="2824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rgbClr val="00B0F0"/>
                </a:solidFill>
              </a:rPr>
              <a:t>역전파</a:t>
            </a:r>
            <a:r>
              <a:rPr lang="ko-KR" altLang="en-US" sz="2800" b="1" dirty="0">
                <a:solidFill>
                  <a:srgbClr val="00B0F0"/>
                </a:solidFill>
              </a:rPr>
              <a:t> 알고리즘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C8D3D57-D00C-BE30-6D22-840C1E6670D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5E51824-AF3E-77D2-A043-BF4A70E34B20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4" name="그림 3" descr="라인, 도표, 원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0CBF26-477B-AA7B-B3C8-3A053BD91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755" y="1794544"/>
            <a:ext cx="4109254" cy="247880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078B844-9385-BC64-BF8F-C399C82DB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084" y="1450977"/>
            <a:ext cx="622935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0F41CF-3433-1ECD-0A69-52ACE0BE3E1D}"/>
              </a:ext>
            </a:extLst>
          </p:cNvPr>
          <p:cNvSpPr txBox="1"/>
          <p:nvPr/>
        </p:nvSpPr>
        <p:spPr>
          <a:xfrm>
            <a:off x="2232837" y="5407023"/>
            <a:ext cx="78787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i="0" dirty="0">
                <a:solidFill>
                  <a:srgbClr val="212529"/>
                </a:solidFill>
                <a:effectLst/>
                <a:latin typeface="-apple-system"/>
              </a:rPr>
              <a:t>역방향으로 미분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-apple-system"/>
              </a:rPr>
              <a:t>(Gradient Descent)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-apple-system"/>
              </a:rPr>
              <a:t>하면서 학습하는 과정이 역전파이다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767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E1C80-D75C-FE47-A00B-E8EC93023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8B5A870-52A0-2A01-7FE3-02F396FD74A5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2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76F406-A35C-DAC2-CC0D-4F6B29BC6BF2}"/>
              </a:ext>
            </a:extLst>
          </p:cNvPr>
          <p:cNvSpPr txBox="1"/>
          <p:nvPr/>
        </p:nvSpPr>
        <p:spPr>
          <a:xfrm>
            <a:off x="1163052" y="272716"/>
            <a:ext cx="2824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rgbClr val="00B0F0"/>
                </a:solidFill>
              </a:rPr>
              <a:t>역전파</a:t>
            </a:r>
            <a:r>
              <a:rPr lang="ko-KR" altLang="en-US" sz="2800" b="1" dirty="0">
                <a:solidFill>
                  <a:srgbClr val="00B0F0"/>
                </a:solidFill>
              </a:rPr>
              <a:t> 알고리즘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E2D04F1-10A7-FF15-A2F7-9A25628839E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C0A965D-D4F0-B729-C325-59C2C932C84E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2" name="그림 1" descr="텍스트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C65798-D124-AFD7-04BE-9894C7F0E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75" y="2123524"/>
            <a:ext cx="5559791" cy="24288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936534-9F0E-82F3-61C2-772A338ABE02}"/>
              </a:ext>
            </a:extLst>
          </p:cNvPr>
          <p:cNvSpPr txBox="1"/>
          <p:nvPr/>
        </p:nvSpPr>
        <p:spPr>
          <a:xfrm>
            <a:off x="6763091" y="2413591"/>
            <a:ext cx="50390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X: </a:t>
            </a:r>
            <a:r>
              <a:rPr lang="ko-KR" altLang="en-US" dirty="0" err="1"/>
              <a:t>입력값</a:t>
            </a:r>
            <a:endParaRPr lang="en-US" altLang="ko-KR" dirty="0"/>
          </a:p>
          <a:p>
            <a:r>
              <a:rPr lang="en-US" altLang="ko-KR" dirty="0"/>
              <a:t>W: </a:t>
            </a:r>
            <a:r>
              <a:rPr lang="ko-KR" altLang="en-US" dirty="0"/>
              <a:t>가중치</a:t>
            </a:r>
            <a:endParaRPr lang="en-US" altLang="ko-KR" dirty="0"/>
          </a:p>
          <a:p>
            <a:r>
              <a:rPr lang="en-US" altLang="ko-KR" dirty="0"/>
              <a:t>Z: </a:t>
            </a:r>
            <a:r>
              <a:rPr lang="ko-KR" altLang="en-US" dirty="0"/>
              <a:t>선형결합 값</a:t>
            </a:r>
            <a:endParaRPr lang="en-US" altLang="ko-KR" dirty="0"/>
          </a:p>
          <a:p>
            <a:r>
              <a:rPr lang="en-US" altLang="ko-KR" dirty="0"/>
              <a:t>H: activation </a:t>
            </a:r>
            <a:r>
              <a:rPr lang="ko-KR" altLang="en-US" dirty="0"/>
              <a:t>통과 후 값</a:t>
            </a:r>
            <a:r>
              <a:rPr lang="en-US" altLang="ko-KR" dirty="0"/>
              <a:t> = </a:t>
            </a:r>
            <a:r>
              <a:rPr lang="ko-KR" altLang="en-US" dirty="0"/>
              <a:t>다음 레이어 </a:t>
            </a:r>
            <a:r>
              <a:rPr lang="ko-KR" altLang="en-US" dirty="0" err="1"/>
              <a:t>입력값</a:t>
            </a:r>
            <a:endParaRPr lang="en-US" altLang="ko-KR" dirty="0"/>
          </a:p>
          <a:p>
            <a:r>
              <a:rPr lang="en-US" altLang="ko-KR" dirty="0"/>
              <a:t>O: </a:t>
            </a:r>
            <a:r>
              <a:rPr lang="ko-KR" altLang="en-US" dirty="0" err="1"/>
              <a:t>출력값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마지막 </a:t>
            </a:r>
            <a:r>
              <a:rPr lang="en-US" altLang="ko-KR" dirty="0"/>
              <a:t>activation </a:t>
            </a:r>
            <a:r>
              <a:rPr lang="ko-KR" altLang="en-US" dirty="0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3574527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53769-D85C-311A-43B5-1A229D662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1CBC8AE-A521-5FC5-C32C-BABFEA113450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2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3F4B1-6DF5-B92D-F25E-B75CBE330E3E}"/>
              </a:ext>
            </a:extLst>
          </p:cNvPr>
          <p:cNvSpPr txBox="1"/>
          <p:nvPr/>
        </p:nvSpPr>
        <p:spPr>
          <a:xfrm>
            <a:off x="1163052" y="272716"/>
            <a:ext cx="2824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rgbClr val="00B0F0"/>
                </a:solidFill>
              </a:rPr>
              <a:t>역전파</a:t>
            </a:r>
            <a:r>
              <a:rPr lang="ko-KR" altLang="en-US" sz="2800" b="1" dirty="0">
                <a:solidFill>
                  <a:srgbClr val="00B0F0"/>
                </a:solidFill>
              </a:rPr>
              <a:t> 알고리즘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0FFA865-7D7C-740A-BD3F-A41AE93610A1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5A02515-E7BF-9C2A-AB86-CDD7CD7DED3B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" name="그림 2" descr="텍스트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E516C8-90E7-2B3A-E4DD-57E218FA4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45" y="2462078"/>
            <a:ext cx="3772426" cy="16480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68AB0A-53E0-8A46-C94F-F8DAD4831C81}"/>
              </a:ext>
            </a:extLst>
          </p:cNvPr>
          <p:cNvSpPr txBox="1"/>
          <p:nvPr/>
        </p:nvSpPr>
        <p:spPr>
          <a:xfrm>
            <a:off x="1745791" y="1236520"/>
            <a:ext cx="1659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순전파</a:t>
            </a:r>
            <a:endParaRPr lang="ko-KR" altLang="en-US" dirty="0"/>
          </a:p>
        </p:txBody>
      </p:sp>
      <p:pic>
        <p:nvPicPr>
          <p:cNvPr id="12" name="그림 11" descr="텍스트, 폰트, 라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F0ADE2-60AD-04BB-9F68-64FC6B2DB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148" y="2118202"/>
            <a:ext cx="3991532" cy="685896"/>
          </a:xfrm>
          <a:prstGeom prst="rect">
            <a:avLst/>
          </a:prstGeom>
        </p:spPr>
      </p:pic>
      <p:pic>
        <p:nvPicPr>
          <p:cNvPr id="14" name="그림 13" descr="텍스트, 폰트, 화이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263D76-F694-45AD-B3AE-1F52E0929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3858" y="2067012"/>
            <a:ext cx="2743583" cy="752580"/>
          </a:xfrm>
          <a:prstGeom prst="rect">
            <a:avLst/>
          </a:prstGeom>
        </p:spPr>
      </p:pic>
      <p:pic>
        <p:nvPicPr>
          <p:cNvPr id="16" name="그림 15" descr="텍스트, 폰트, 라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A87349-7509-71EF-E928-7C38C530C4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4148" y="3438921"/>
            <a:ext cx="4486901" cy="666843"/>
          </a:xfrm>
          <a:prstGeom prst="rect">
            <a:avLst/>
          </a:prstGeom>
        </p:spPr>
      </p:pic>
      <p:pic>
        <p:nvPicPr>
          <p:cNvPr id="18" name="그림 17" descr="텍스트, 폰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B8EBC3-8D85-C242-F6DE-2CCFF8C1B2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721" y="3429000"/>
            <a:ext cx="2724530" cy="647790"/>
          </a:xfrm>
          <a:prstGeom prst="rect">
            <a:avLst/>
          </a:prstGeom>
        </p:spPr>
      </p:pic>
      <p:pic>
        <p:nvPicPr>
          <p:cNvPr id="20" name="그림 19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41B707-5EFD-116D-8ECF-66DBBBEE68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148" y="4761877"/>
            <a:ext cx="3896269" cy="158137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92655F4-D878-A228-785F-1121F1461905}"/>
              </a:ext>
            </a:extLst>
          </p:cNvPr>
          <p:cNvSpPr txBox="1"/>
          <p:nvPr/>
        </p:nvSpPr>
        <p:spPr>
          <a:xfrm>
            <a:off x="4933507" y="888629"/>
            <a:ext cx="67964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ko-KR" altLang="en-US" dirty="0" err="1"/>
              <a:t>가중합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단계 </a:t>
            </a:r>
            <a:r>
              <a:rPr lang="ko-KR" altLang="en-US" dirty="0" err="1"/>
              <a:t>시그모이드</a:t>
            </a:r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단계 </a:t>
            </a:r>
            <a:r>
              <a:rPr lang="en-US" altLang="ko-KR" dirty="0"/>
              <a:t>MSE</a:t>
            </a:r>
          </a:p>
        </p:txBody>
      </p:sp>
    </p:spTree>
    <p:extLst>
      <p:ext uri="{BB962C8B-B14F-4D97-AF65-F5344CB8AC3E}">
        <p14:creationId xmlns:p14="http://schemas.microsoft.com/office/powerpoint/2010/main" val="3102576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E29ED-F0C6-9F3E-68C5-61F341826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7E595C-37AA-42F8-652E-99D9DBC28157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2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FF474E-BDD2-2473-8501-4EBE700D13DB}"/>
              </a:ext>
            </a:extLst>
          </p:cNvPr>
          <p:cNvSpPr txBox="1"/>
          <p:nvPr/>
        </p:nvSpPr>
        <p:spPr>
          <a:xfrm>
            <a:off x="1163052" y="272716"/>
            <a:ext cx="2824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rgbClr val="00B0F0"/>
                </a:solidFill>
              </a:rPr>
              <a:t>역전파</a:t>
            </a:r>
            <a:r>
              <a:rPr lang="ko-KR" altLang="en-US" sz="2800" b="1" dirty="0">
                <a:solidFill>
                  <a:srgbClr val="00B0F0"/>
                </a:solidFill>
              </a:rPr>
              <a:t> 알고리즘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3529190-A7BC-2427-CBE8-C25CA8E09452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32B11E8-5201-FE72-91D7-4D4250615C20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AE77BC5-6A9A-1860-EC8F-28FE628DEC4D}"/>
              </a:ext>
            </a:extLst>
          </p:cNvPr>
          <p:cNvSpPr txBox="1"/>
          <p:nvPr/>
        </p:nvSpPr>
        <p:spPr>
          <a:xfrm>
            <a:off x="1745791" y="1236520"/>
            <a:ext cx="1659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역전파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단계</a:t>
            </a:r>
          </a:p>
        </p:txBody>
      </p:sp>
      <p:pic>
        <p:nvPicPr>
          <p:cNvPr id="4" name="그림 3" descr="라인, 도표, 폰트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29F50C-C6A4-50A5-FE46-C1969B629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69" y="2111158"/>
            <a:ext cx="1552792" cy="154326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7E89025-68F8-231F-A0A1-AB280261F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434" y="2046436"/>
            <a:ext cx="4220164" cy="419158"/>
          </a:xfrm>
          <a:prstGeom prst="rect">
            <a:avLst/>
          </a:prstGeom>
        </p:spPr>
      </p:pic>
      <p:pic>
        <p:nvPicPr>
          <p:cNvPr id="15" name="그림 14" descr="폰트, 텍스트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59DFBC-EAE4-DE5D-32EB-4AB0CB9A4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434" y="2682127"/>
            <a:ext cx="3324689" cy="809738"/>
          </a:xfrm>
          <a:prstGeom prst="rect">
            <a:avLst/>
          </a:prstGeom>
        </p:spPr>
      </p:pic>
      <p:pic>
        <p:nvPicPr>
          <p:cNvPr id="19" name="그림 18" descr="폰트, 라인, 서예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A4E13B-F07A-D9E1-92C5-99CAD10564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6453" y="3716094"/>
            <a:ext cx="6173061" cy="800212"/>
          </a:xfrm>
          <a:prstGeom prst="rect">
            <a:avLst/>
          </a:prstGeom>
        </p:spPr>
      </p:pic>
      <p:pic>
        <p:nvPicPr>
          <p:cNvPr id="22" name="그림 21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9F54D0-B42A-7847-E8FB-5105F9DDF6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4212" y="4630798"/>
            <a:ext cx="7278116" cy="1428949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09132B2-8E81-C8C7-9C0C-9C6B82DA24D7}"/>
              </a:ext>
            </a:extLst>
          </p:cNvPr>
          <p:cNvSpPr/>
          <p:nvPr/>
        </p:nvSpPr>
        <p:spPr>
          <a:xfrm>
            <a:off x="3213083" y="5345272"/>
            <a:ext cx="765545" cy="746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3B8AA7-663B-A927-0A08-48CE431E04DA}"/>
              </a:ext>
            </a:extLst>
          </p:cNvPr>
          <p:cNvSpPr txBox="1"/>
          <p:nvPr/>
        </p:nvSpPr>
        <p:spPr>
          <a:xfrm>
            <a:off x="9441909" y="888629"/>
            <a:ext cx="22880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ko-KR" altLang="en-US" dirty="0">
                <a:solidFill>
                  <a:srgbClr val="FF0000"/>
                </a:solidFill>
              </a:rPr>
              <a:t>단계 </a:t>
            </a:r>
            <a:r>
              <a:rPr lang="en-US" altLang="ko-KR" dirty="0">
                <a:solidFill>
                  <a:srgbClr val="FF0000"/>
                </a:solidFill>
              </a:rPr>
              <a:t>MSE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단계 </a:t>
            </a:r>
            <a:r>
              <a:rPr lang="ko-KR" altLang="en-US" dirty="0" err="1"/>
              <a:t>시그모이드</a:t>
            </a:r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단계 </a:t>
            </a:r>
            <a:r>
              <a:rPr lang="ko-KR" altLang="en-US" dirty="0" err="1"/>
              <a:t>가중합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08646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E4181-8C8A-A44F-F390-D5FFD12EA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DC1FEB-7FCB-4A50-A0DF-8EBC3E334F5C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2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652595-3363-A47E-2F67-4AC860C0157A}"/>
              </a:ext>
            </a:extLst>
          </p:cNvPr>
          <p:cNvSpPr txBox="1"/>
          <p:nvPr/>
        </p:nvSpPr>
        <p:spPr>
          <a:xfrm>
            <a:off x="1163052" y="272716"/>
            <a:ext cx="2824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rgbClr val="00B0F0"/>
                </a:solidFill>
              </a:rPr>
              <a:t>역전파</a:t>
            </a:r>
            <a:r>
              <a:rPr lang="ko-KR" altLang="en-US" sz="2800" b="1" dirty="0">
                <a:solidFill>
                  <a:srgbClr val="00B0F0"/>
                </a:solidFill>
              </a:rPr>
              <a:t> 알고리즘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B4DE40D-EF5F-55D0-CE98-B52F045D12C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087846C-C06A-A910-FE36-3C9BFAA2184B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9AD9E68-426C-7498-933E-DAA9A8E0C233}"/>
              </a:ext>
            </a:extLst>
          </p:cNvPr>
          <p:cNvSpPr txBox="1"/>
          <p:nvPr/>
        </p:nvSpPr>
        <p:spPr>
          <a:xfrm>
            <a:off x="1745791" y="1236520"/>
            <a:ext cx="1659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역전파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단계</a:t>
            </a:r>
          </a:p>
        </p:txBody>
      </p:sp>
      <p:pic>
        <p:nvPicPr>
          <p:cNvPr id="4" name="그림 3" descr="라인, 도표, 폰트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917F9E-1240-0A88-A864-61ACAB0F0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69" y="2111158"/>
            <a:ext cx="1552792" cy="1543265"/>
          </a:xfrm>
          <a:prstGeom prst="rect">
            <a:avLst/>
          </a:prstGeom>
        </p:spPr>
      </p:pic>
      <p:pic>
        <p:nvPicPr>
          <p:cNvPr id="14" name="그림 13" descr="폰트, 라인, 도표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2F47CB-DB71-B0C6-152E-4176246F5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429" y="2018855"/>
            <a:ext cx="2200588" cy="95955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3806EC6-21F2-B44B-2D9D-C166B0836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017" y="2270817"/>
            <a:ext cx="2801912" cy="601323"/>
          </a:xfrm>
          <a:prstGeom prst="rect">
            <a:avLst/>
          </a:prstGeom>
        </p:spPr>
      </p:pic>
      <p:pic>
        <p:nvPicPr>
          <p:cNvPr id="18" name="그림 17" descr="폰트, 텍스트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532E62-E86E-C7A2-C95B-34DCF98F8D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8790" y="993094"/>
            <a:ext cx="3324689" cy="809738"/>
          </a:xfrm>
          <a:prstGeom prst="rect">
            <a:avLst/>
          </a:prstGeom>
        </p:spPr>
      </p:pic>
      <p:pic>
        <p:nvPicPr>
          <p:cNvPr id="23" name="그림 22" descr="텍스트, 폰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A43606-254E-430C-AB8D-E237F628E9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6847" y="3577316"/>
            <a:ext cx="6535062" cy="847843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DB7BBC7-7444-5E8F-11C9-CCB9A034EC23}"/>
              </a:ext>
            </a:extLst>
          </p:cNvPr>
          <p:cNvSpPr/>
          <p:nvPr/>
        </p:nvSpPr>
        <p:spPr>
          <a:xfrm>
            <a:off x="2919532" y="3594340"/>
            <a:ext cx="567948" cy="746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FAEA27D-D039-4105-DE7E-A8853B4CA78D}"/>
              </a:ext>
            </a:extLst>
          </p:cNvPr>
          <p:cNvSpPr/>
          <p:nvPr/>
        </p:nvSpPr>
        <p:spPr>
          <a:xfrm>
            <a:off x="7091039" y="1024527"/>
            <a:ext cx="567948" cy="746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57B31C-C292-A6C2-08B2-9C75D24560F8}"/>
              </a:ext>
            </a:extLst>
          </p:cNvPr>
          <p:cNvSpPr txBox="1"/>
          <p:nvPr/>
        </p:nvSpPr>
        <p:spPr>
          <a:xfrm>
            <a:off x="9441909" y="888629"/>
            <a:ext cx="22880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en-US" altLang="ko-KR" dirty="0"/>
              <a:t>MSE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단계 </a:t>
            </a:r>
            <a:r>
              <a:rPr lang="ko-KR" altLang="en-US" dirty="0" err="1">
                <a:solidFill>
                  <a:srgbClr val="FF0000"/>
                </a:solidFill>
              </a:rPr>
              <a:t>시그모이드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/>
              <a:t>3</a:t>
            </a:r>
            <a:r>
              <a:rPr lang="ko-KR" altLang="en-US" dirty="0"/>
              <a:t>단계 </a:t>
            </a:r>
            <a:r>
              <a:rPr lang="ko-KR" altLang="en-US" dirty="0" err="1"/>
              <a:t>가중합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86862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16EDD-B9CA-3633-6C83-BEE4A5F1F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852793E-D5C5-3ED3-CC63-56611D18DB16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2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A777AA-D963-FB27-7C86-68C174E3EBDC}"/>
              </a:ext>
            </a:extLst>
          </p:cNvPr>
          <p:cNvSpPr txBox="1"/>
          <p:nvPr/>
        </p:nvSpPr>
        <p:spPr>
          <a:xfrm>
            <a:off x="1163052" y="272716"/>
            <a:ext cx="2824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rgbClr val="00B0F0"/>
                </a:solidFill>
              </a:rPr>
              <a:t>역전파</a:t>
            </a:r>
            <a:r>
              <a:rPr lang="ko-KR" altLang="en-US" sz="2800" b="1" dirty="0">
                <a:solidFill>
                  <a:srgbClr val="00B0F0"/>
                </a:solidFill>
              </a:rPr>
              <a:t> 알고리즘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130F258-69FB-8058-DF0F-72D010C886A1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3649273-0148-BABF-F7CD-4A4E6698A5FF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FC6CA56-D564-7895-A9AE-445EF64D0095}"/>
              </a:ext>
            </a:extLst>
          </p:cNvPr>
          <p:cNvSpPr txBox="1"/>
          <p:nvPr/>
        </p:nvSpPr>
        <p:spPr>
          <a:xfrm>
            <a:off x="1745791" y="1236520"/>
            <a:ext cx="1659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역전파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단계</a:t>
            </a:r>
          </a:p>
        </p:txBody>
      </p:sp>
      <p:pic>
        <p:nvPicPr>
          <p:cNvPr id="4" name="그림 3" descr="라인, 도표, 폰트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EDAD32-6406-A1C3-5875-5946D9056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69" y="2111158"/>
            <a:ext cx="1552792" cy="1543265"/>
          </a:xfrm>
          <a:prstGeom prst="rect">
            <a:avLst/>
          </a:prstGeom>
        </p:spPr>
      </p:pic>
      <p:pic>
        <p:nvPicPr>
          <p:cNvPr id="18" name="그림 17" descr="폰트, 텍스트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9CD295-1C50-F499-71F6-5602F9064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790" y="993094"/>
            <a:ext cx="3324689" cy="809738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99DCC6A-6C80-BB4B-DBA2-650A52C4CA90}"/>
              </a:ext>
            </a:extLst>
          </p:cNvPr>
          <p:cNvSpPr/>
          <p:nvPr/>
        </p:nvSpPr>
        <p:spPr>
          <a:xfrm>
            <a:off x="7760891" y="1024526"/>
            <a:ext cx="567948" cy="746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925913-43C0-6050-B4CE-7F211034F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48" y="4558549"/>
            <a:ext cx="5696745" cy="1314633"/>
          </a:xfrm>
          <a:prstGeom prst="rect">
            <a:avLst/>
          </a:prstGeom>
        </p:spPr>
      </p:pic>
      <p:pic>
        <p:nvPicPr>
          <p:cNvPr id="3" name="그림 2" descr="폰트, 타이포그래피, 텍스트, 서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8E9DAF-E62E-E182-0F2C-EA5475D981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6148" y="2111158"/>
            <a:ext cx="3762900" cy="762106"/>
          </a:xfrm>
          <a:prstGeom prst="rect">
            <a:avLst/>
          </a:prstGeom>
        </p:spPr>
      </p:pic>
      <p:pic>
        <p:nvPicPr>
          <p:cNvPr id="10" name="그림 9" descr="폰트, 친필, 텍스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2FB070-718C-42F8-7F10-8C96FBD646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6148" y="2901137"/>
            <a:ext cx="4201111" cy="1257475"/>
          </a:xfrm>
          <a:prstGeom prst="rect">
            <a:avLst/>
          </a:prstGeom>
        </p:spPr>
      </p:pic>
      <p:pic>
        <p:nvPicPr>
          <p:cNvPr id="13" name="그림 12" descr="폰트, 텍스트, 타이포그래피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70A29C-0826-8F18-E597-ABD35F03DD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4870" y="3012975"/>
            <a:ext cx="1790950" cy="1076475"/>
          </a:xfrm>
          <a:prstGeom prst="rect">
            <a:avLst/>
          </a:prstGeom>
        </p:spPr>
      </p:pic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CA77E49-7E7B-0B2F-B7F9-48819B282F5C}"/>
              </a:ext>
            </a:extLst>
          </p:cNvPr>
          <p:cNvSpPr/>
          <p:nvPr/>
        </p:nvSpPr>
        <p:spPr>
          <a:xfrm>
            <a:off x="7117447" y="3370236"/>
            <a:ext cx="981025" cy="363939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3E9CAF-D21E-50FD-916B-DC9C5410468A}"/>
              </a:ext>
            </a:extLst>
          </p:cNvPr>
          <p:cNvSpPr txBox="1"/>
          <p:nvPr/>
        </p:nvSpPr>
        <p:spPr>
          <a:xfrm>
            <a:off x="9441909" y="888629"/>
            <a:ext cx="22880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en-US" altLang="ko-KR" dirty="0"/>
              <a:t>MSE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단계 </a:t>
            </a:r>
            <a:r>
              <a:rPr lang="ko-KR" altLang="en-US" dirty="0" err="1"/>
              <a:t>시그모이드</a:t>
            </a:r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3</a:t>
            </a:r>
            <a:r>
              <a:rPr lang="ko-KR" altLang="en-US" dirty="0">
                <a:solidFill>
                  <a:srgbClr val="FF0000"/>
                </a:solidFill>
              </a:rPr>
              <a:t>단계 </a:t>
            </a:r>
            <a:r>
              <a:rPr lang="ko-KR" altLang="en-US" dirty="0" err="1">
                <a:solidFill>
                  <a:srgbClr val="FF0000"/>
                </a:solidFill>
              </a:rPr>
              <a:t>가중합</a:t>
            </a: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4702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29429-FEE3-08E5-213A-123F97F9B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0FF7D2A-FA7B-FC21-181B-E16FBD872E32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2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60EF5-16F8-3C3A-056E-7E9D3DC27DE0}"/>
              </a:ext>
            </a:extLst>
          </p:cNvPr>
          <p:cNvSpPr txBox="1"/>
          <p:nvPr/>
        </p:nvSpPr>
        <p:spPr>
          <a:xfrm>
            <a:off x="1163052" y="272716"/>
            <a:ext cx="2824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rgbClr val="00B0F0"/>
                </a:solidFill>
              </a:rPr>
              <a:t>역전파</a:t>
            </a:r>
            <a:r>
              <a:rPr lang="ko-KR" altLang="en-US" sz="2800" b="1" dirty="0">
                <a:solidFill>
                  <a:srgbClr val="00B0F0"/>
                </a:solidFill>
              </a:rPr>
              <a:t> 알고리즘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89352F4-14C9-0B28-4617-54B70BE6711F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1307505-65F0-DF29-D4A7-63A80844D8E8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4FFE295-4128-B0C4-7ABA-0EE35E88E9E0}"/>
              </a:ext>
            </a:extLst>
          </p:cNvPr>
          <p:cNvSpPr txBox="1"/>
          <p:nvPr/>
        </p:nvSpPr>
        <p:spPr>
          <a:xfrm>
            <a:off x="1745791" y="1236520"/>
            <a:ext cx="1659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역전파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단계</a:t>
            </a:r>
          </a:p>
        </p:txBody>
      </p:sp>
      <p:pic>
        <p:nvPicPr>
          <p:cNvPr id="4" name="그림 3" descr="라인, 도표, 폰트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9D848-7129-47CF-B69E-16F39DF34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69" y="2111158"/>
            <a:ext cx="1552792" cy="1543265"/>
          </a:xfrm>
          <a:prstGeom prst="rect">
            <a:avLst/>
          </a:prstGeom>
        </p:spPr>
      </p:pic>
      <p:pic>
        <p:nvPicPr>
          <p:cNvPr id="18" name="그림 17" descr="폰트, 텍스트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1B85D3-E4D3-0A8F-0AD0-F4E7E8918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849" y="1039576"/>
            <a:ext cx="3324689" cy="809738"/>
          </a:xfrm>
          <a:prstGeom prst="rect">
            <a:avLst/>
          </a:prstGeom>
        </p:spPr>
      </p:pic>
      <p:pic>
        <p:nvPicPr>
          <p:cNvPr id="8" name="그림 7" descr="폰트, 텍스트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E295AD-8CDF-1BC5-6BA1-AB2C8BBDB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0689" y="3038602"/>
            <a:ext cx="2191056" cy="704948"/>
          </a:xfrm>
          <a:prstGeom prst="rect">
            <a:avLst/>
          </a:prstGeom>
        </p:spPr>
      </p:pic>
      <p:pic>
        <p:nvPicPr>
          <p:cNvPr id="14" name="그림 13" descr="텍스트, 폰트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49D387-D28C-E651-AF1D-E873C3A118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0689" y="2031706"/>
            <a:ext cx="6287377" cy="847843"/>
          </a:xfrm>
          <a:prstGeom prst="rect">
            <a:avLst/>
          </a:prstGeom>
        </p:spPr>
      </p:pic>
      <p:pic>
        <p:nvPicPr>
          <p:cNvPr id="17" name="그림 16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082A22-234C-A3D7-373B-F972C5804C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0689" y="3827748"/>
            <a:ext cx="5220429" cy="2219635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2098AAE-D8B5-4E13-D945-88165FE84A9B}"/>
              </a:ext>
            </a:extLst>
          </p:cNvPr>
          <p:cNvSpPr/>
          <p:nvPr/>
        </p:nvSpPr>
        <p:spPr>
          <a:xfrm>
            <a:off x="3030689" y="3030252"/>
            <a:ext cx="2317488" cy="79749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E9A669-043A-368B-6335-37E97982C099}"/>
              </a:ext>
            </a:extLst>
          </p:cNvPr>
          <p:cNvSpPr txBox="1"/>
          <p:nvPr/>
        </p:nvSpPr>
        <p:spPr>
          <a:xfrm>
            <a:off x="5550194" y="3244334"/>
            <a:ext cx="3870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solidFill>
                  <a:srgbClr val="FF0000"/>
                </a:solidFill>
              </a:rPr>
              <a:t>경사하강법</a:t>
            </a:r>
            <a:r>
              <a:rPr lang="ko-KR" altLang="en-US" b="1" dirty="0">
                <a:solidFill>
                  <a:srgbClr val="FF0000"/>
                </a:solidFill>
              </a:rPr>
              <a:t> 이용한 가중치 업데이트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1A7BD05-BEC7-6CEA-2929-7D1689AFA9E7}"/>
              </a:ext>
            </a:extLst>
          </p:cNvPr>
          <p:cNvGrpSpPr/>
          <p:nvPr/>
        </p:nvGrpSpPr>
        <p:grpSpPr>
          <a:xfrm>
            <a:off x="7485319" y="1318589"/>
            <a:ext cx="3759624" cy="314369"/>
            <a:chOff x="1545265" y="5724271"/>
            <a:chExt cx="3759624" cy="314369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834435AE-DAFC-329E-2C24-7BF7DE343D1D}"/>
                </a:ext>
              </a:extLst>
            </p:cNvPr>
            <p:cNvGrpSpPr/>
            <p:nvPr/>
          </p:nvGrpSpPr>
          <p:grpSpPr>
            <a:xfrm>
              <a:off x="1545265" y="5759056"/>
              <a:ext cx="3308856" cy="257211"/>
              <a:chOff x="3248382" y="5175552"/>
              <a:chExt cx="3308856" cy="257211"/>
            </a:xfrm>
          </p:grpSpPr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BE890A30-DB93-6A88-660B-589A958755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48382" y="5175552"/>
                <a:ext cx="2038635" cy="257211"/>
              </a:xfrm>
              <a:prstGeom prst="rect">
                <a:avLst/>
              </a:prstGeom>
            </p:spPr>
          </p:pic>
          <p:pic>
            <p:nvPicPr>
              <p:cNvPr id="31" name="그림 30">
                <a:extLst>
                  <a:ext uri="{FF2B5EF4-FFF2-40B4-BE49-F238E27FC236}">
                    <a16:creationId xmlns:a16="http://schemas.microsoft.com/office/drawing/2014/main" id="{474FAB78-99FC-A276-A208-B470E5433F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52184" y="5175552"/>
                <a:ext cx="1105054" cy="247685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33779522-EF07-38EF-95B6-D08AAAF60D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94998" y="5186185"/>
                <a:ext cx="152421" cy="209579"/>
              </a:xfrm>
              <a:prstGeom prst="rect">
                <a:avLst/>
              </a:prstGeom>
            </p:spPr>
          </p:pic>
        </p:grp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65259988-3C5B-CD2A-FE08-57F765FBD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57959" y="5765263"/>
              <a:ext cx="152421" cy="209579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4271769C-3FFB-1B59-E484-4071ECC2B5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38152" y="5724271"/>
              <a:ext cx="266737" cy="314369"/>
            </a:xfrm>
            <a:prstGeom prst="rect">
              <a:avLst/>
            </a:prstGeom>
          </p:spPr>
        </p:pic>
      </p:grpSp>
      <p:pic>
        <p:nvPicPr>
          <p:cNvPr id="30" name="그림 29">
            <a:extLst>
              <a:ext uri="{FF2B5EF4-FFF2-40B4-BE49-F238E27FC236}">
                <a16:creationId xmlns:a16="http://schemas.microsoft.com/office/drawing/2014/main" id="{23041FAF-FAB5-D297-12D2-94C2298826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72733" y="1367290"/>
            <a:ext cx="238158" cy="19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417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1634C-E563-6EA0-1A26-192E840BB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282A52-8595-397D-110A-53D1C608FB76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2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191AE6-9A89-7B30-1F4B-9AD3B724B1DD}"/>
              </a:ext>
            </a:extLst>
          </p:cNvPr>
          <p:cNvSpPr txBox="1"/>
          <p:nvPr/>
        </p:nvSpPr>
        <p:spPr>
          <a:xfrm>
            <a:off x="1163052" y="272716"/>
            <a:ext cx="2824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rgbClr val="00B0F0"/>
                </a:solidFill>
              </a:rPr>
              <a:t>역전파</a:t>
            </a:r>
            <a:r>
              <a:rPr lang="ko-KR" altLang="en-US" sz="2800" b="1" dirty="0">
                <a:solidFill>
                  <a:srgbClr val="00B0F0"/>
                </a:solidFill>
              </a:rPr>
              <a:t> 알고리즘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24B1451-DEB3-0B67-5D3C-971B64830D5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C246ED7-115C-DC80-49BD-CF481325B797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4DF5291-A90B-D125-063B-4F83BCB83D53}"/>
              </a:ext>
            </a:extLst>
          </p:cNvPr>
          <p:cNvSpPr txBox="1"/>
          <p:nvPr/>
        </p:nvSpPr>
        <p:spPr>
          <a:xfrm>
            <a:off x="1693863" y="1194683"/>
            <a:ext cx="1659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역전파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단계</a:t>
            </a:r>
          </a:p>
        </p:txBody>
      </p:sp>
      <p:pic>
        <p:nvPicPr>
          <p:cNvPr id="3" name="그림 2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5107F2-BA52-96B1-4FDF-E7B2EE733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75" y="1862950"/>
            <a:ext cx="3586382" cy="228613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BE9DD73-7FBF-FF96-FDB0-7114E74B1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425" y="1877393"/>
            <a:ext cx="4782217" cy="438211"/>
          </a:xfrm>
          <a:prstGeom prst="rect">
            <a:avLst/>
          </a:prstGeom>
        </p:spPr>
      </p:pic>
      <p:pic>
        <p:nvPicPr>
          <p:cNvPr id="15" name="그림 14" descr="폰트, 텍스트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B34F63-3CE3-0195-6169-B8EF246CB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4542" y="2629972"/>
            <a:ext cx="3586382" cy="862009"/>
          </a:xfrm>
          <a:prstGeom prst="rect">
            <a:avLst/>
          </a:prstGeom>
        </p:spPr>
      </p:pic>
      <p:pic>
        <p:nvPicPr>
          <p:cNvPr id="19" name="그림 18" descr="폰트, 텍스트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AF33BB-1D1C-DEE2-A5EF-4851A38C05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120" y="4708299"/>
            <a:ext cx="2600688" cy="819264"/>
          </a:xfrm>
          <a:prstGeom prst="rect">
            <a:avLst/>
          </a:prstGeom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706BEEA-1D7A-EF68-2B3D-B3B608661955}"/>
              </a:ext>
            </a:extLst>
          </p:cNvPr>
          <p:cNvSpPr/>
          <p:nvPr/>
        </p:nvSpPr>
        <p:spPr>
          <a:xfrm>
            <a:off x="6724488" y="2745108"/>
            <a:ext cx="803361" cy="746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 descr="폰트, 텍스트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3814FA-6231-69A8-7AD9-B4C8FA02D2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6272" y="4149089"/>
            <a:ext cx="4315427" cy="724001"/>
          </a:xfrm>
          <a:prstGeom prst="rect">
            <a:avLst/>
          </a:prstGeom>
        </p:spPr>
      </p:pic>
      <p:pic>
        <p:nvPicPr>
          <p:cNvPr id="24" name="그림 23" descr="폰트, 라인, 타이포그래피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C111F1-CF07-660E-7184-22DAD6FF37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3126" y="5598492"/>
            <a:ext cx="4267796" cy="68589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89DE2CF-FD90-741A-4095-46A5D2C03B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1537" y="4843655"/>
            <a:ext cx="4372585" cy="342948"/>
          </a:xfrm>
          <a:prstGeom prst="rect">
            <a:avLst/>
          </a:prstGeom>
        </p:spPr>
      </p:pic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72B6E9E3-F3A8-3807-30FA-B62AE2BE62B1}"/>
              </a:ext>
            </a:extLst>
          </p:cNvPr>
          <p:cNvCxnSpPr/>
          <p:nvPr/>
        </p:nvCxnSpPr>
        <p:spPr>
          <a:xfrm>
            <a:off x="7315200" y="4779857"/>
            <a:ext cx="41467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464DC6A-4EBD-1233-3DD5-037D3A78C5DC}"/>
              </a:ext>
            </a:extLst>
          </p:cNvPr>
          <p:cNvCxnSpPr>
            <a:cxnSpLocks/>
          </p:cNvCxnSpPr>
          <p:nvPr/>
        </p:nvCxnSpPr>
        <p:spPr>
          <a:xfrm>
            <a:off x="5064637" y="5176810"/>
            <a:ext cx="22505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BE7BB33-F2BB-E440-1B7F-91E0DDE05AE9}"/>
              </a:ext>
            </a:extLst>
          </p:cNvPr>
          <p:cNvCxnSpPr/>
          <p:nvPr/>
        </p:nvCxnSpPr>
        <p:spPr>
          <a:xfrm>
            <a:off x="8031126" y="4779857"/>
            <a:ext cx="414670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EB834BB1-CCDB-137A-9BD2-D0994E161072}"/>
              </a:ext>
            </a:extLst>
          </p:cNvPr>
          <p:cNvCxnSpPr>
            <a:cxnSpLocks/>
          </p:cNvCxnSpPr>
          <p:nvPr/>
        </p:nvCxnSpPr>
        <p:spPr>
          <a:xfrm>
            <a:off x="7480003" y="5176810"/>
            <a:ext cx="1174899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D6A221EA-6670-5C5F-AE7E-8D299348CF9E}"/>
              </a:ext>
            </a:extLst>
          </p:cNvPr>
          <p:cNvCxnSpPr/>
          <p:nvPr/>
        </p:nvCxnSpPr>
        <p:spPr>
          <a:xfrm>
            <a:off x="8654902" y="4779857"/>
            <a:ext cx="41467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7A8A32A4-4432-D6CD-9A2D-0FC0D52FFF54}"/>
              </a:ext>
            </a:extLst>
          </p:cNvPr>
          <p:cNvCxnSpPr/>
          <p:nvPr/>
        </p:nvCxnSpPr>
        <p:spPr>
          <a:xfrm>
            <a:off x="8803587" y="5176810"/>
            <a:ext cx="41467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75FB90E8-F0B5-BCE8-8748-DF777B57D304}"/>
              </a:ext>
            </a:extLst>
          </p:cNvPr>
          <p:cNvCxnSpPr>
            <a:stCxn id="19" idx="3"/>
          </p:cNvCxnSpPr>
          <p:nvPr/>
        </p:nvCxnSpPr>
        <p:spPr>
          <a:xfrm flipV="1">
            <a:off x="3596808" y="4511089"/>
            <a:ext cx="1146318" cy="606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41F89F05-F9F7-D103-C0BB-BFEB6469A284}"/>
              </a:ext>
            </a:extLst>
          </p:cNvPr>
          <p:cNvCxnSpPr>
            <a:stCxn id="19" idx="3"/>
            <a:endCxn id="24" idx="1"/>
          </p:cNvCxnSpPr>
          <p:nvPr/>
        </p:nvCxnSpPr>
        <p:spPr>
          <a:xfrm>
            <a:off x="3596808" y="5117931"/>
            <a:ext cx="1146318" cy="823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362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9348C-09B1-B1DC-5B07-FBA7DBB95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B0A465-309A-0204-8637-A74837F33C3D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2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572E02-0C03-7A48-DE94-DAC45EEDC27C}"/>
              </a:ext>
            </a:extLst>
          </p:cNvPr>
          <p:cNvSpPr txBox="1"/>
          <p:nvPr/>
        </p:nvSpPr>
        <p:spPr>
          <a:xfrm>
            <a:off x="1163052" y="272716"/>
            <a:ext cx="2824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rgbClr val="00B0F0"/>
                </a:solidFill>
              </a:rPr>
              <a:t>역전파</a:t>
            </a:r>
            <a:r>
              <a:rPr lang="ko-KR" altLang="en-US" sz="2800" b="1" dirty="0">
                <a:solidFill>
                  <a:srgbClr val="00B0F0"/>
                </a:solidFill>
              </a:rPr>
              <a:t> 알고리즘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54D03AF-A02F-3208-B9E7-6BBA520C27F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973B8BD-8818-643B-E50C-387C08D6F357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DC58603-3F99-C896-830C-2B6FC7029360}"/>
              </a:ext>
            </a:extLst>
          </p:cNvPr>
          <p:cNvSpPr txBox="1"/>
          <p:nvPr/>
        </p:nvSpPr>
        <p:spPr>
          <a:xfrm>
            <a:off x="1745791" y="1236520"/>
            <a:ext cx="1659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역전파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단계</a:t>
            </a:r>
          </a:p>
        </p:txBody>
      </p:sp>
      <p:pic>
        <p:nvPicPr>
          <p:cNvPr id="3" name="그림 2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6F1730-AB02-C8D1-826C-D4681283F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803" y="1904787"/>
            <a:ext cx="3586382" cy="2286139"/>
          </a:xfrm>
          <a:prstGeom prst="rect">
            <a:avLst/>
          </a:prstGeom>
        </p:spPr>
      </p:pic>
      <p:pic>
        <p:nvPicPr>
          <p:cNvPr id="15" name="그림 14" descr="폰트, 텍스트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4BF8A4-DF9C-A198-66C5-1B5A6CB30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787" y="702326"/>
            <a:ext cx="3586382" cy="862009"/>
          </a:xfrm>
          <a:prstGeom prst="rect">
            <a:avLst/>
          </a:prstGeom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CE0B1AA-1987-1F1E-1539-6D94E9F874B1}"/>
              </a:ext>
            </a:extLst>
          </p:cNvPr>
          <p:cNvSpPr/>
          <p:nvPr/>
        </p:nvSpPr>
        <p:spPr>
          <a:xfrm>
            <a:off x="9435791" y="817462"/>
            <a:ext cx="1282378" cy="7468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B17C54-A356-37A4-284A-DBBBFB079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394" y="1839656"/>
            <a:ext cx="5908626" cy="1275726"/>
          </a:xfrm>
          <a:prstGeom prst="rect">
            <a:avLst/>
          </a:prstGeom>
        </p:spPr>
      </p:pic>
      <p:pic>
        <p:nvPicPr>
          <p:cNvPr id="13" name="그림 12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B121F6-3F5F-5E5D-12EA-D5A934D9BA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9394" y="3047856"/>
            <a:ext cx="5410955" cy="762106"/>
          </a:xfrm>
          <a:prstGeom prst="rect">
            <a:avLst/>
          </a:prstGeom>
        </p:spPr>
      </p:pic>
      <p:pic>
        <p:nvPicPr>
          <p:cNvPr id="18" name="그림 17" descr="폰트, 라인, 텍스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F25BFA-C444-84E4-C885-506C274DED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725" y="3669919"/>
            <a:ext cx="2143424" cy="676369"/>
          </a:xfrm>
          <a:prstGeom prst="rect">
            <a:avLst/>
          </a:prstGeom>
        </p:spPr>
      </p:pic>
      <p:pic>
        <p:nvPicPr>
          <p:cNvPr id="23" name="그림 22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672154-5BBA-F2D7-1A88-A64F42F119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7446" y="4329155"/>
            <a:ext cx="5439534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087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75D29-1E4E-19E2-A46C-93475B394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E14E100-E6B8-3835-DECB-00F6EDCC8CB2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2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225381-40AE-B115-AD0D-10D61A4A2E3C}"/>
              </a:ext>
            </a:extLst>
          </p:cNvPr>
          <p:cNvSpPr txBox="1"/>
          <p:nvPr/>
        </p:nvSpPr>
        <p:spPr>
          <a:xfrm>
            <a:off x="1163052" y="272716"/>
            <a:ext cx="2824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rgbClr val="00B0F0"/>
                </a:solidFill>
              </a:rPr>
              <a:t>역전파</a:t>
            </a:r>
            <a:r>
              <a:rPr lang="ko-KR" altLang="en-US" sz="2800" b="1" dirty="0">
                <a:solidFill>
                  <a:srgbClr val="00B0F0"/>
                </a:solidFill>
              </a:rPr>
              <a:t> 알고리즘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B6C19C3-2587-D1DA-CDA8-E9BB13A23191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C3D4DD6-5DA2-3EA0-A777-E397663043CF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4E77F6C-9C61-FA9D-BAD6-9701EFB65189}"/>
              </a:ext>
            </a:extLst>
          </p:cNvPr>
          <p:cNvSpPr txBox="1"/>
          <p:nvPr/>
        </p:nvSpPr>
        <p:spPr>
          <a:xfrm>
            <a:off x="881375" y="1189284"/>
            <a:ext cx="3985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가중치 업데이트 후 오차 확인</a:t>
            </a:r>
          </a:p>
        </p:txBody>
      </p:sp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107A61-5F0E-8242-954B-835766DA0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212" y="1477101"/>
            <a:ext cx="5642404" cy="409872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5E96745-82CB-E23C-70A6-AC4C9EC44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375" y="3225174"/>
            <a:ext cx="3343742" cy="362001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7142428-EDF2-1156-C688-DF5928E99742}"/>
              </a:ext>
            </a:extLst>
          </p:cNvPr>
          <p:cNvSpPr/>
          <p:nvPr/>
        </p:nvSpPr>
        <p:spPr>
          <a:xfrm>
            <a:off x="6837871" y="5263114"/>
            <a:ext cx="2742062" cy="45720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8CE9464-E5D4-AE30-4997-32C6A6635BCB}"/>
              </a:ext>
            </a:extLst>
          </p:cNvPr>
          <p:cNvCxnSpPr>
            <a:stCxn id="14" idx="3"/>
          </p:cNvCxnSpPr>
          <p:nvPr/>
        </p:nvCxnSpPr>
        <p:spPr>
          <a:xfrm>
            <a:off x="4225117" y="3406175"/>
            <a:ext cx="2612754" cy="198453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165F75A-359C-5E6F-9D1E-508CEBF9BA83}"/>
              </a:ext>
            </a:extLst>
          </p:cNvPr>
          <p:cNvSpPr txBox="1"/>
          <p:nvPr/>
        </p:nvSpPr>
        <p:spPr>
          <a:xfrm>
            <a:off x="4153276" y="4299687"/>
            <a:ext cx="1270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오차 감소</a:t>
            </a:r>
            <a:r>
              <a:rPr lang="en-US" altLang="ko-KR" b="1" dirty="0">
                <a:solidFill>
                  <a:srgbClr val="FF0000"/>
                </a:solidFill>
              </a:rPr>
              <a:t>!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3507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A315D-4D0D-B03C-0542-E59468478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8A868A2-A13A-5C56-CE50-905D854AE897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2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49E69F-BF63-6628-EED1-6092AC5AD572}"/>
              </a:ext>
            </a:extLst>
          </p:cNvPr>
          <p:cNvSpPr txBox="1"/>
          <p:nvPr/>
        </p:nvSpPr>
        <p:spPr>
          <a:xfrm>
            <a:off x="1163052" y="272716"/>
            <a:ext cx="174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최종 결론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67E236D-7F80-87D5-0FEE-8FE4F192DE92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C75A75C-A142-1AF2-1A59-491A7632F03B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" name="그림 2" descr="텍스트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448BE0-18CB-6900-B036-D74899AB6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935" y="795936"/>
            <a:ext cx="7240010" cy="40201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4A87D7-8F13-C222-D86D-3316C0299460}"/>
              </a:ext>
            </a:extLst>
          </p:cNvPr>
          <p:cNvSpPr txBox="1"/>
          <p:nvPr/>
        </p:nvSpPr>
        <p:spPr>
          <a:xfrm>
            <a:off x="1569910" y="5339267"/>
            <a:ext cx="9048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Loss </a:t>
            </a:r>
            <a:r>
              <a:rPr lang="ko-KR" altLang="en-US" sz="2000" b="1" dirty="0">
                <a:solidFill>
                  <a:srgbClr val="FF0000"/>
                </a:solidFill>
              </a:rPr>
              <a:t>줄인다 </a:t>
            </a:r>
            <a:r>
              <a:rPr lang="en-US" altLang="ko-KR" sz="2000" b="1" dirty="0">
                <a:solidFill>
                  <a:srgbClr val="FF0000"/>
                </a:solidFill>
              </a:rPr>
              <a:t>-&gt; </a:t>
            </a:r>
            <a:r>
              <a:rPr lang="ko-KR" altLang="en-US" sz="2000" b="1" dirty="0">
                <a:solidFill>
                  <a:srgbClr val="FF0000"/>
                </a:solidFill>
              </a:rPr>
              <a:t>가중치 변경시킨다 </a:t>
            </a:r>
            <a:r>
              <a:rPr lang="en-US" altLang="ko-KR" sz="2000" b="1" dirty="0">
                <a:solidFill>
                  <a:srgbClr val="FF0000"/>
                </a:solidFill>
              </a:rPr>
              <a:t>-&gt; </a:t>
            </a:r>
            <a:r>
              <a:rPr lang="ko-KR" altLang="en-US" sz="2000" b="1" dirty="0" err="1">
                <a:solidFill>
                  <a:srgbClr val="FF0000"/>
                </a:solidFill>
              </a:rPr>
              <a:t>경사하강법</a:t>
            </a:r>
            <a:r>
              <a:rPr lang="ko-KR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</a:rPr>
              <a:t>-&gt; </a:t>
            </a:r>
            <a:r>
              <a:rPr lang="ko-KR" altLang="en-US" sz="2000" b="1" dirty="0" err="1">
                <a:solidFill>
                  <a:srgbClr val="FF0000"/>
                </a:solidFill>
              </a:rPr>
              <a:t>역전파</a:t>
            </a:r>
            <a:r>
              <a:rPr lang="ko-KR" altLang="en-US" sz="2000" b="1" dirty="0">
                <a:solidFill>
                  <a:srgbClr val="FF0000"/>
                </a:solidFill>
              </a:rPr>
              <a:t> 이용하여 계산</a:t>
            </a:r>
          </a:p>
        </p:txBody>
      </p:sp>
    </p:spTree>
    <p:extLst>
      <p:ext uri="{BB962C8B-B14F-4D97-AF65-F5344CB8AC3E}">
        <p14:creationId xmlns:p14="http://schemas.microsoft.com/office/powerpoint/2010/main" val="2017589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D58C5-1B98-3245-8EF6-CB940A83F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84385C7-E437-47FB-5C94-61CD4773A8F1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2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983D79-7D64-00E9-4158-1EACCF7736E6}"/>
              </a:ext>
            </a:extLst>
          </p:cNvPr>
          <p:cNvSpPr txBox="1"/>
          <p:nvPr/>
        </p:nvSpPr>
        <p:spPr>
          <a:xfrm>
            <a:off x="1163052" y="272716"/>
            <a:ext cx="30332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코드로 알아보자</a:t>
            </a:r>
            <a:r>
              <a:rPr lang="en-US" altLang="ko-KR" sz="2800" b="1" dirty="0">
                <a:solidFill>
                  <a:srgbClr val="00B0F0"/>
                </a:solidFill>
              </a:rPr>
              <a:t>1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8F826A8-4F15-2E89-CBD7-5A57710DE27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C948B57-A417-B958-253B-FB64D7422302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149E68-3387-EC61-86FB-97489DFE4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52" y="1892053"/>
            <a:ext cx="4848902" cy="35247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87B241-4CAA-D009-2C61-E933B7564186}"/>
              </a:ext>
            </a:extLst>
          </p:cNvPr>
          <p:cNvSpPr txBox="1"/>
          <p:nvPr/>
        </p:nvSpPr>
        <p:spPr>
          <a:xfrm>
            <a:off x="794752" y="1085725"/>
            <a:ext cx="589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차 함수를 이용하여 특정 함수</a:t>
            </a:r>
            <a:r>
              <a:rPr lang="en-US" altLang="ko-KR" dirty="0"/>
              <a:t>(y)</a:t>
            </a:r>
            <a:r>
              <a:rPr lang="ko-KR" altLang="en-US" dirty="0"/>
              <a:t>를 예측해보자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FEC6BA-BAC3-727E-855B-76A61FD3F764}"/>
              </a:ext>
            </a:extLst>
          </p:cNvPr>
          <p:cNvSpPr txBox="1"/>
          <p:nvPr/>
        </p:nvSpPr>
        <p:spPr>
          <a:xfrm>
            <a:off x="6687552" y="1455057"/>
            <a:ext cx="34660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a,b,c,d</a:t>
            </a:r>
            <a:r>
              <a:rPr lang="ko-KR" altLang="en-US" dirty="0"/>
              <a:t>는 랜덤 값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손실함수 </a:t>
            </a:r>
            <a:r>
              <a:rPr lang="en-US" altLang="ko-KR" dirty="0"/>
              <a:t>=</a:t>
            </a:r>
          </a:p>
          <a:p>
            <a:endParaRPr lang="en-US" altLang="ko-KR" dirty="0"/>
          </a:p>
          <a:p>
            <a:r>
              <a:rPr lang="en-US" altLang="ko-KR" dirty="0"/>
              <a:t>MSE </a:t>
            </a:r>
            <a:r>
              <a:rPr lang="ko-KR" altLang="en-US" dirty="0"/>
              <a:t>미분 </a:t>
            </a:r>
            <a:r>
              <a:rPr lang="en-US" altLang="ko-KR" dirty="0"/>
              <a:t>=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2" name="그림 11" descr="폰트, 화이트, 서예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E6ED09-AF6E-36C7-B01F-E22390C43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633" y="2042239"/>
            <a:ext cx="982759" cy="359215"/>
          </a:xfrm>
          <a:prstGeom prst="rect">
            <a:avLst/>
          </a:prstGeom>
        </p:spPr>
      </p:pic>
      <p:pic>
        <p:nvPicPr>
          <p:cNvPr id="14" name="그림 13" descr="폰트, 텍스트, 친필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9F7879-CBA8-E61F-2BC4-B933A9279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633" y="2401454"/>
            <a:ext cx="1814668" cy="552967"/>
          </a:xfrm>
          <a:prstGeom prst="rect">
            <a:avLst/>
          </a:prstGeom>
        </p:spPr>
      </p:pic>
      <p:pic>
        <p:nvPicPr>
          <p:cNvPr id="22" name="그림 21" descr="텍스트, 친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8DAD92-7F93-4DF5-7253-3016B8CE06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6989" y="2988636"/>
            <a:ext cx="4226045" cy="33654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91D7445C-81E9-7C86-0FE1-12253BE55AFD}"/>
                  </a:ext>
                </a:extLst>
              </p14:cNvPr>
              <p14:cNvContentPartPr/>
              <p14:nvPr/>
            </p14:nvContentPartPr>
            <p14:xfrm>
              <a:off x="3844890" y="3816210"/>
              <a:ext cx="238680" cy="555480"/>
            </p14:xfrm>
          </p:contentPart>
        </mc:Choice>
        <mc:Fallback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91D7445C-81E9-7C86-0FE1-12253BE55AF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38770" y="3810090"/>
                <a:ext cx="250920" cy="56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B0B36BDD-FEE7-70FF-E39D-F54DD630D8B8}"/>
                  </a:ext>
                </a:extLst>
              </p14:cNvPr>
              <p14:cNvContentPartPr/>
              <p14:nvPr/>
            </p14:nvContentPartPr>
            <p14:xfrm>
              <a:off x="4101930" y="4132650"/>
              <a:ext cx="3900600" cy="1870200"/>
            </p14:xfrm>
          </p:contentPart>
        </mc:Choice>
        <mc:Fallback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B0B36BDD-FEE7-70FF-E39D-F54DD630D8B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95810" y="4126530"/>
                <a:ext cx="3912840" cy="18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AD1FD110-4A1E-363D-1F09-3789CC28EDF3}"/>
                  </a:ext>
                </a:extLst>
              </p14:cNvPr>
              <p14:cNvContentPartPr/>
              <p14:nvPr/>
            </p14:nvContentPartPr>
            <p14:xfrm>
              <a:off x="3555810" y="2717490"/>
              <a:ext cx="3080520" cy="961200"/>
            </p14:xfrm>
          </p:contentPart>
        </mc:Choice>
        <mc:Fallback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AD1FD110-4A1E-363D-1F09-3789CC28EDF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49690" y="2711370"/>
                <a:ext cx="3092760" cy="9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E59D176D-4E56-96F5-3533-0601B4FA75A6}"/>
                  </a:ext>
                </a:extLst>
              </p14:cNvPr>
              <p14:cNvContentPartPr/>
              <p14:nvPr/>
            </p14:nvContentPartPr>
            <p14:xfrm>
              <a:off x="4044690" y="2018010"/>
              <a:ext cx="2659680" cy="909720"/>
            </p14:xfrm>
          </p:contentPart>
        </mc:Choice>
        <mc:Fallback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E59D176D-4E56-96F5-3533-0601B4FA75A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38570" y="2011890"/>
                <a:ext cx="2671920" cy="92196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7CFC3BDD-CEA8-8AE9-35D7-29C825F38B89}"/>
              </a:ext>
            </a:extLst>
          </p:cNvPr>
          <p:cNvSpPr txBox="1"/>
          <p:nvPr/>
        </p:nvSpPr>
        <p:spPr>
          <a:xfrm>
            <a:off x="794752" y="5879090"/>
            <a:ext cx="612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14"/>
              </a:rPr>
              <a:t>링크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1241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6F9AE-06EB-BF7E-3D69-0F71FE01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1944D6-4E4E-55E7-8D97-6DA51C146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22" y="1813227"/>
            <a:ext cx="5129558" cy="38970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45CE1F-CA76-2B37-C925-6D001532852F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2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77BBA0-2A90-9BC9-F080-AF4664AEB0D1}"/>
              </a:ext>
            </a:extLst>
          </p:cNvPr>
          <p:cNvSpPr txBox="1"/>
          <p:nvPr/>
        </p:nvSpPr>
        <p:spPr>
          <a:xfrm>
            <a:off x="1163052" y="272716"/>
            <a:ext cx="30332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코드로 알아보자</a:t>
            </a:r>
            <a:r>
              <a:rPr lang="en-US" altLang="ko-KR" sz="2800" b="1" dirty="0">
                <a:solidFill>
                  <a:srgbClr val="00B0F0"/>
                </a:solidFill>
              </a:rPr>
              <a:t>2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104F021-D102-05CA-4E9A-72D79771BE4D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5CEA242-6BB0-30DB-E314-84A3CCAED224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2702EE3-077B-D217-F339-012A904FEDAB}"/>
              </a:ext>
            </a:extLst>
          </p:cNvPr>
          <p:cNvSpPr txBox="1"/>
          <p:nvPr/>
        </p:nvSpPr>
        <p:spPr>
          <a:xfrm>
            <a:off x="794752" y="1085725"/>
            <a:ext cx="589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선형회귀 </a:t>
            </a:r>
            <a:r>
              <a:rPr lang="en-US" altLang="ko-KR" dirty="0"/>
              <a:t>MLP</a:t>
            </a:r>
            <a:r>
              <a:rPr lang="ko-KR" altLang="en-US" dirty="0"/>
              <a:t>모델 설계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6CA8F6-BAAD-5C2A-A9F8-FC5743240A45}"/>
              </a:ext>
            </a:extLst>
          </p:cNvPr>
          <p:cNvSpPr txBox="1"/>
          <p:nvPr/>
        </p:nvSpPr>
        <p:spPr>
          <a:xfrm>
            <a:off x="6687552" y="1319608"/>
            <a:ext cx="4708976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모델 정의</a:t>
            </a:r>
            <a:endParaRPr lang="en-US" altLang="ko-KR" dirty="0"/>
          </a:p>
          <a:p>
            <a:r>
              <a:rPr lang="en-US" altLang="ko-KR" dirty="0" err="1"/>
              <a:t>nn.Sequential</a:t>
            </a:r>
            <a:r>
              <a:rPr lang="en-US" altLang="ko-KR" dirty="0"/>
              <a:t>() =&gt;</a:t>
            </a:r>
          </a:p>
          <a:p>
            <a:r>
              <a:rPr lang="en-US" altLang="ko-KR" dirty="0"/>
              <a:t>Linear-&gt;</a:t>
            </a:r>
            <a:r>
              <a:rPr lang="en-US" altLang="ko-KR" dirty="0" err="1"/>
              <a:t>ReLU</a:t>
            </a:r>
            <a:r>
              <a:rPr lang="en-US" altLang="ko-KR" dirty="0"/>
              <a:t>-&gt;Linear-&gt;</a:t>
            </a:r>
            <a:r>
              <a:rPr lang="en-US" altLang="ko-KR" dirty="0" err="1"/>
              <a:t>ReLU</a:t>
            </a:r>
            <a:r>
              <a:rPr lang="en-US" altLang="ko-KR" dirty="0"/>
              <a:t> </a:t>
            </a:r>
            <a:r>
              <a:rPr lang="ko-KR" altLang="en-US" dirty="0"/>
              <a:t>순서대로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순서대로 </a:t>
            </a:r>
            <a:r>
              <a:rPr lang="ko-KR" altLang="en-US" dirty="0" err="1"/>
              <a:t>아닌것</a:t>
            </a:r>
            <a:endParaRPr lang="en-US" altLang="ko-KR" dirty="0"/>
          </a:p>
          <a:p>
            <a:r>
              <a:rPr lang="en-US" altLang="ko-KR" dirty="0"/>
              <a:t>Ex: </a:t>
            </a:r>
            <a:r>
              <a:rPr lang="en-US" altLang="ko-KR" dirty="0" err="1"/>
              <a:t>ResNet</a:t>
            </a:r>
            <a:r>
              <a:rPr lang="en-US" altLang="ko-KR" dirty="0"/>
              <a:t>, multi-input</a:t>
            </a:r>
            <a:r>
              <a:rPr lang="ko-KR" altLang="en-US" dirty="0"/>
              <a:t>모델</a:t>
            </a:r>
            <a:r>
              <a:rPr lang="en-US" altLang="ko-KR" dirty="0"/>
              <a:t>, attention </a:t>
            </a:r>
            <a:r>
              <a:rPr lang="ko-KR" altLang="en-US" dirty="0"/>
              <a:t>모델</a:t>
            </a:r>
            <a:r>
              <a:rPr lang="en-US" altLang="ko-KR" dirty="0"/>
              <a:t>, branching</a:t>
            </a:r>
            <a:r>
              <a:rPr lang="ko-KR" altLang="en-US" dirty="0"/>
              <a:t>구조 등등</a:t>
            </a:r>
            <a:endParaRPr lang="en-US" altLang="ko-KR" dirty="0"/>
          </a:p>
          <a:p>
            <a:r>
              <a:rPr lang="en-US" altLang="ko-KR" dirty="0"/>
              <a:t>=&gt; </a:t>
            </a:r>
            <a:r>
              <a:rPr lang="ko-KR" altLang="en-US" dirty="0"/>
              <a:t>직접 </a:t>
            </a:r>
            <a:r>
              <a:rPr lang="en-US" altLang="ko-KR" dirty="0"/>
              <a:t>forward </a:t>
            </a:r>
            <a:r>
              <a:rPr lang="ko-KR" altLang="en-US" dirty="0"/>
              <a:t>함수 </a:t>
            </a:r>
            <a:r>
              <a:rPr lang="ko-KR" altLang="en-US" dirty="0" err="1"/>
              <a:t>작성해야함</a:t>
            </a:r>
            <a:endParaRPr lang="en-US" altLang="ko-KR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7A6DBC6F-1FCC-BAA7-79BA-93FC13393E71}"/>
                  </a:ext>
                </a:extLst>
              </p14:cNvPr>
              <p14:cNvContentPartPr/>
              <p14:nvPr/>
            </p14:nvContentPartPr>
            <p14:xfrm>
              <a:off x="2239650" y="2006490"/>
              <a:ext cx="231480" cy="84888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7A6DBC6F-1FCC-BAA7-79BA-93FC13393E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33530" y="2000370"/>
                <a:ext cx="243720" cy="86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2736B4C0-B237-E2CF-25FE-F4AA022409AE}"/>
                  </a:ext>
                </a:extLst>
              </p14:cNvPr>
              <p14:cNvContentPartPr/>
              <p14:nvPr/>
            </p14:nvContentPartPr>
            <p14:xfrm>
              <a:off x="2495250" y="2463690"/>
              <a:ext cx="4008240" cy="720"/>
            </p14:xfrm>
          </p:contentPart>
        </mc:Choice>
        <mc:Fallback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2736B4C0-B237-E2CF-25FE-F4AA022409A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89130" y="2451450"/>
                <a:ext cx="40204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79D77479-A913-C67B-4F0F-1645CF3D06CA}"/>
                  </a:ext>
                </a:extLst>
              </p14:cNvPr>
              <p14:cNvContentPartPr/>
              <p14:nvPr/>
            </p14:nvContentPartPr>
            <p14:xfrm>
              <a:off x="6241050" y="2291610"/>
              <a:ext cx="274320" cy="36432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79D77479-A913-C67B-4F0F-1645CF3D06C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34930" y="2285490"/>
                <a:ext cx="28656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BC5753A7-7480-A516-FB3D-DAAF89DB3138}"/>
                  </a:ext>
                </a:extLst>
              </p14:cNvPr>
              <p14:cNvContentPartPr/>
              <p14:nvPr/>
            </p14:nvContentPartPr>
            <p14:xfrm>
              <a:off x="10623330" y="4413090"/>
              <a:ext cx="360" cy="36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BC5753A7-7480-A516-FB3D-DAAF89DB313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617210" y="440697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24944E7B-0992-2EE3-8BAE-8FA8762F9030}"/>
                  </a:ext>
                </a:extLst>
              </p14:cNvPr>
              <p14:cNvContentPartPr/>
              <p14:nvPr/>
            </p14:nvContentPartPr>
            <p14:xfrm>
              <a:off x="5314770" y="4311570"/>
              <a:ext cx="360" cy="36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24944E7B-0992-2EE3-8BAE-8FA8762F903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08650" y="430545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9DEE4D78-E6A9-CBAA-4CD0-644519E8B1F9}"/>
                  </a:ext>
                </a:extLst>
              </p14:cNvPr>
              <p14:cNvContentPartPr/>
              <p14:nvPr/>
            </p14:nvContentPartPr>
            <p14:xfrm>
              <a:off x="7664130" y="3873090"/>
              <a:ext cx="360" cy="36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9DEE4D78-E6A9-CBAA-4CD0-644519E8B1F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58010" y="386697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181B4153-18C4-3FC3-8A4D-4A5EEBE649A9}"/>
              </a:ext>
            </a:extLst>
          </p:cNvPr>
          <p:cNvSpPr txBox="1"/>
          <p:nvPr/>
        </p:nvSpPr>
        <p:spPr>
          <a:xfrm>
            <a:off x="6687552" y="3739185"/>
            <a:ext cx="470897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초기화</a:t>
            </a:r>
            <a:endParaRPr lang="en-US" altLang="ko-KR" dirty="0"/>
          </a:p>
          <a:p>
            <a:r>
              <a:rPr lang="en-US" altLang="ko-KR" dirty="0" err="1"/>
              <a:t>nn.Linear</a:t>
            </a:r>
            <a:r>
              <a:rPr lang="en-US" altLang="ko-KR" dirty="0"/>
              <a:t>() =&gt; </a:t>
            </a:r>
            <a:r>
              <a:rPr lang="ko-KR" altLang="en-US" dirty="0"/>
              <a:t>자동 </a:t>
            </a:r>
            <a:r>
              <a:rPr lang="en-US" altLang="ko-KR" dirty="0"/>
              <a:t>Xavier Uniform </a:t>
            </a:r>
            <a:r>
              <a:rPr lang="ko-KR" altLang="en-US" dirty="0"/>
              <a:t>초기화</a:t>
            </a:r>
            <a:endParaRPr lang="en-US" altLang="ko-KR" dirty="0"/>
          </a:p>
          <a:p>
            <a:r>
              <a:rPr lang="en-US" altLang="ko-KR" dirty="0" err="1"/>
              <a:t>ReLU</a:t>
            </a:r>
            <a:r>
              <a:rPr lang="ko-KR" altLang="en-US" dirty="0"/>
              <a:t>는 </a:t>
            </a:r>
            <a:r>
              <a:rPr lang="en-US" altLang="ko-KR" dirty="0"/>
              <a:t>He</a:t>
            </a:r>
            <a:r>
              <a:rPr lang="ko-KR" altLang="en-US" dirty="0"/>
              <a:t>초기화가 더 좋음 </a:t>
            </a:r>
            <a:r>
              <a:rPr lang="en-US" altLang="ko-KR" dirty="0"/>
              <a:t>-&gt; </a:t>
            </a:r>
            <a:r>
              <a:rPr lang="ko-KR" altLang="en-US" dirty="0"/>
              <a:t>바꿔</a:t>
            </a:r>
            <a:endParaRPr lang="en-US" altLang="ko-KR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D5F00CC0-536C-FBAA-7F54-C9E8AE3711D6}"/>
                  </a:ext>
                </a:extLst>
              </p14:cNvPr>
              <p14:cNvContentPartPr/>
              <p14:nvPr/>
            </p14:nvContentPartPr>
            <p14:xfrm>
              <a:off x="3466890" y="3104850"/>
              <a:ext cx="286560" cy="806040"/>
            </p14:xfrm>
          </p:contentPart>
        </mc:Choice>
        <mc:Fallback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D5F00CC0-536C-FBAA-7F54-C9E8AE3711D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460770" y="3098730"/>
                <a:ext cx="298800" cy="81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B182B9A2-667D-6690-2232-C3B5B2523FC8}"/>
                  </a:ext>
                </a:extLst>
              </p14:cNvPr>
              <p14:cNvContentPartPr/>
              <p14:nvPr/>
            </p14:nvContentPartPr>
            <p14:xfrm>
              <a:off x="3701970" y="3301770"/>
              <a:ext cx="3025800" cy="917640"/>
            </p14:xfrm>
          </p:contentPart>
        </mc:Choice>
        <mc:Fallback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B182B9A2-667D-6690-2232-C3B5B2523FC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695850" y="3295650"/>
                <a:ext cx="3038040" cy="92988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82D21CF3-AB7D-D9B1-B1FB-8111350C6E04}"/>
              </a:ext>
            </a:extLst>
          </p:cNvPr>
          <p:cNvSpPr txBox="1"/>
          <p:nvPr/>
        </p:nvSpPr>
        <p:spPr>
          <a:xfrm>
            <a:off x="6687552" y="4773768"/>
            <a:ext cx="470897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3. Gradient descent</a:t>
            </a:r>
          </a:p>
          <a:p>
            <a:r>
              <a:rPr lang="en-US" altLang="ko-KR" dirty="0"/>
              <a:t>Adam</a:t>
            </a:r>
            <a:r>
              <a:rPr lang="ko-KR" altLang="en-US" dirty="0"/>
              <a:t>과 </a:t>
            </a:r>
            <a:r>
              <a:rPr lang="en-US" altLang="ko-KR" dirty="0"/>
              <a:t>SGD</a:t>
            </a:r>
            <a:r>
              <a:rPr lang="ko-KR" altLang="en-US" dirty="0"/>
              <a:t>등 여러 개 사용 가능함</a:t>
            </a:r>
            <a:endParaRPr lang="en-US" altLang="ko-KR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41C5FF08-9841-9102-540A-9C3965DA36F7}"/>
                  </a:ext>
                </a:extLst>
              </p14:cNvPr>
              <p14:cNvContentPartPr/>
              <p14:nvPr/>
            </p14:nvContentPartPr>
            <p14:xfrm>
              <a:off x="4451130" y="5003490"/>
              <a:ext cx="2130840" cy="453600"/>
            </p14:xfrm>
          </p:contentPart>
        </mc:Choice>
        <mc:Fallback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41C5FF08-9841-9102-540A-9C3965DA36F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445010" y="4997370"/>
                <a:ext cx="2143080" cy="4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AE12C3EA-9EB7-4761-7357-FC17FF21B53F}"/>
                  </a:ext>
                </a:extLst>
              </p14:cNvPr>
              <p14:cNvContentPartPr/>
              <p14:nvPr/>
            </p14:nvContentPartPr>
            <p14:xfrm>
              <a:off x="5416290" y="6203730"/>
              <a:ext cx="360" cy="360"/>
            </p14:xfrm>
          </p:contentPart>
        </mc:Choice>
        <mc:Fallback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AE12C3EA-9EB7-4761-7357-FC17FF21B53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410170" y="619761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D6391458-7F39-1E47-9A3A-0DE3065059FF}"/>
              </a:ext>
            </a:extLst>
          </p:cNvPr>
          <p:cNvSpPr txBox="1"/>
          <p:nvPr/>
        </p:nvSpPr>
        <p:spPr>
          <a:xfrm>
            <a:off x="794752" y="5879090"/>
            <a:ext cx="612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21"/>
              </a:rPr>
              <a:t>링크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07233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ADD05-41E4-D642-6A19-A5E201294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D8BEFB-40C6-3A5E-F2F8-3672258A5C51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2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53FEA0-7D2C-F8F0-8353-CA8F600A3C3D}"/>
              </a:ext>
            </a:extLst>
          </p:cNvPr>
          <p:cNvSpPr txBox="1"/>
          <p:nvPr/>
        </p:nvSpPr>
        <p:spPr>
          <a:xfrm>
            <a:off x="1163052" y="272716"/>
            <a:ext cx="30332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코드로 알아보자</a:t>
            </a:r>
            <a:r>
              <a:rPr lang="en-US" altLang="ko-KR" sz="2800" b="1" dirty="0">
                <a:solidFill>
                  <a:srgbClr val="00B0F0"/>
                </a:solidFill>
              </a:rPr>
              <a:t>2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CDC1A06-3F2C-3932-F97C-F3453186B77C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8012B8E-98E7-1A59-CD6E-388609AED342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64D6D6E-94DD-A581-A57E-CDAA752F0EDB}"/>
              </a:ext>
            </a:extLst>
          </p:cNvPr>
          <p:cNvSpPr txBox="1"/>
          <p:nvPr/>
        </p:nvSpPr>
        <p:spPr>
          <a:xfrm>
            <a:off x="794752" y="1085725"/>
            <a:ext cx="589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선형회귀 </a:t>
            </a:r>
            <a:r>
              <a:rPr lang="en-US" altLang="ko-KR" dirty="0"/>
              <a:t>MLP</a:t>
            </a:r>
            <a:r>
              <a:rPr lang="ko-KR" altLang="en-US" dirty="0"/>
              <a:t>모델 설계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C41B93-83D0-3303-BF13-2541DD53FDA5}"/>
              </a:ext>
            </a:extLst>
          </p:cNvPr>
          <p:cNvSpPr txBox="1"/>
          <p:nvPr/>
        </p:nvSpPr>
        <p:spPr>
          <a:xfrm>
            <a:off x="6455250" y="2962392"/>
            <a:ext cx="4708976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optim.zero_grad</a:t>
            </a:r>
            <a:r>
              <a:rPr lang="en-US" altLang="ko-KR" dirty="0"/>
              <a:t>() =&gt; </a:t>
            </a:r>
            <a:r>
              <a:rPr lang="ko-KR" altLang="en-US" dirty="0" err="1"/>
              <a:t>그라디언트</a:t>
            </a:r>
            <a:r>
              <a:rPr lang="ko-KR" altLang="en-US" dirty="0"/>
              <a:t> 지우기</a:t>
            </a:r>
            <a:endParaRPr lang="en-US" altLang="ko-KR" dirty="0"/>
          </a:p>
          <a:p>
            <a:r>
              <a:rPr lang="en-US" altLang="ko-KR" dirty="0" err="1"/>
              <a:t>loss.backward</a:t>
            </a:r>
            <a:r>
              <a:rPr lang="en-US" altLang="ko-KR" dirty="0"/>
              <a:t>() =&gt; </a:t>
            </a:r>
            <a:r>
              <a:rPr lang="ko-KR" altLang="en-US" dirty="0" err="1"/>
              <a:t>그라디언트</a:t>
            </a:r>
            <a:r>
              <a:rPr lang="ko-KR" altLang="en-US" dirty="0"/>
              <a:t> 계산하기</a:t>
            </a:r>
            <a:endParaRPr lang="en-US" altLang="ko-KR" dirty="0"/>
          </a:p>
          <a:p>
            <a:r>
              <a:rPr lang="en-US" altLang="ko-KR" dirty="0" err="1"/>
              <a:t>optim.step</a:t>
            </a:r>
            <a:r>
              <a:rPr lang="en-US" altLang="ko-KR" dirty="0"/>
              <a:t>() =&gt; </a:t>
            </a:r>
            <a:r>
              <a:rPr lang="ko-KR" altLang="en-US" dirty="0" err="1"/>
              <a:t>그라디언트</a:t>
            </a:r>
            <a:r>
              <a:rPr lang="ko-KR" altLang="en-US" dirty="0"/>
              <a:t> 적용하기</a:t>
            </a:r>
            <a:endParaRPr lang="en-US" altLang="ko-KR" dirty="0"/>
          </a:p>
          <a:p>
            <a:r>
              <a:rPr lang="ko-KR" altLang="en-US" dirty="0" err="1"/>
              <a:t>세개</a:t>
            </a:r>
            <a:r>
              <a:rPr lang="ko-KR" altLang="en-US" dirty="0"/>
              <a:t> 함수 한번에 왜 </a:t>
            </a:r>
            <a:r>
              <a:rPr lang="ko-KR" altLang="en-US" dirty="0" err="1"/>
              <a:t>안해</a:t>
            </a:r>
            <a:r>
              <a:rPr lang="en-US" altLang="ko-KR" dirty="0"/>
              <a:t>?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b="1" dirty="0"/>
              <a:t>Gradient accumulation </a:t>
            </a:r>
            <a:r>
              <a:rPr lang="ko-KR" altLang="en-US" dirty="0" err="1"/>
              <a:t>사용할려고</a:t>
            </a:r>
            <a:endParaRPr lang="en-US" altLang="ko-KR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35243E0B-2141-C3B6-C491-68196C946778}"/>
                  </a:ext>
                </a:extLst>
              </p14:cNvPr>
              <p14:cNvContentPartPr/>
              <p14:nvPr/>
            </p14:nvContentPartPr>
            <p14:xfrm>
              <a:off x="10623330" y="4413090"/>
              <a:ext cx="360" cy="36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35243E0B-2141-C3B6-C491-68196C94677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17210" y="440697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0C32A2EE-75FA-85C6-E307-96EB92E670A1}"/>
                  </a:ext>
                </a:extLst>
              </p14:cNvPr>
              <p14:cNvContentPartPr/>
              <p14:nvPr/>
            </p14:nvContentPartPr>
            <p14:xfrm>
              <a:off x="5314770" y="4311570"/>
              <a:ext cx="360" cy="36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0C32A2EE-75FA-85C6-E307-96EB92E670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08650" y="430545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7216A39F-7D17-C5C7-2592-A14086F2B0C4}"/>
                  </a:ext>
                </a:extLst>
              </p14:cNvPr>
              <p14:cNvContentPartPr/>
              <p14:nvPr/>
            </p14:nvContentPartPr>
            <p14:xfrm>
              <a:off x="7664130" y="3873090"/>
              <a:ext cx="360" cy="36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7216A39F-7D17-C5C7-2592-A14086F2B0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58010" y="386697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그림 12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BC0E21-A04D-ADC9-F02B-9DAEC21749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472" y="1892570"/>
            <a:ext cx="3677163" cy="3896269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3048BFC3-A28A-93B8-05F2-2CD28C07D76F}"/>
              </a:ext>
            </a:extLst>
          </p:cNvPr>
          <p:cNvGrpSpPr/>
          <p:nvPr/>
        </p:nvGrpSpPr>
        <p:grpSpPr>
          <a:xfrm>
            <a:off x="2089170" y="3837450"/>
            <a:ext cx="4366080" cy="1351800"/>
            <a:chOff x="2089170" y="3837450"/>
            <a:chExt cx="4366080" cy="135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0B883083-F9F0-46D7-19A5-8BFC75A658D9}"/>
                    </a:ext>
                  </a:extLst>
                </p14:cNvPr>
                <p14:cNvContentPartPr/>
                <p14:nvPr/>
              </p14:nvContentPartPr>
              <p14:xfrm>
                <a:off x="2095290" y="4457370"/>
                <a:ext cx="1256760" cy="201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0B883083-F9F0-46D7-19A5-8BFC75A658D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089170" y="4451250"/>
                  <a:ext cx="12690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099933EB-24F1-0D70-9882-3D0F785A2CA9}"/>
                    </a:ext>
                  </a:extLst>
                </p14:cNvPr>
                <p14:cNvContentPartPr/>
                <p14:nvPr/>
              </p14:nvContentPartPr>
              <p14:xfrm>
                <a:off x="2107890" y="4990530"/>
                <a:ext cx="1066320" cy="1980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099933EB-24F1-0D70-9882-3D0F785A2CA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101770" y="4984410"/>
                  <a:ext cx="10785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4D09179D-6194-985C-1D94-535B8393555F}"/>
                    </a:ext>
                  </a:extLst>
                </p14:cNvPr>
                <p14:cNvContentPartPr/>
                <p14:nvPr/>
              </p14:nvContentPartPr>
              <p14:xfrm>
                <a:off x="2089170" y="5168370"/>
                <a:ext cx="945720" cy="1332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4D09179D-6194-985C-1D94-535B8393555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83050" y="5162250"/>
                  <a:ext cx="957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A5372936-2F7D-6C5C-3192-9898DA39F0BE}"/>
                    </a:ext>
                  </a:extLst>
                </p14:cNvPr>
                <p14:cNvContentPartPr/>
                <p14:nvPr/>
              </p14:nvContentPartPr>
              <p14:xfrm>
                <a:off x="4190850" y="4438290"/>
                <a:ext cx="242280" cy="75096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A5372936-2F7D-6C5C-3192-9898DA39F0B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184730" y="4432170"/>
                  <a:ext cx="254520" cy="76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732137C0-ABA9-3B39-F506-56E80834652E}"/>
                    </a:ext>
                  </a:extLst>
                </p14:cNvPr>
                <p14:cNvContentPartPr/>
                <p14:nvPr/>
              </p14:nvContentPartPr>
              <p14:xfrm>
                <a:off x="4381290" y="3837450"/>
                <a:ext cx="2073960" cy="105840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732137C0-ABA9-3B39-F506-56E80834652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375170" y="3831330"/>
                  <a:ext cx="2086200" cy="1070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545207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96F3E-3232-1856-F6B3-ED2357AF4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5FE99CD-F57C-0F00-BBAE-A84E5108ABD2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2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F57C9A-7055-B000-A37E-E880D552377D}"/>
              </a:ext>
            </a:extLst>
          </p:cNvPr>
          <p:cNvSpPr txBox="1"/>
          <p:nvPr/>
        </p:nvSpPr>
        <p:spPr>
          <a:xfrm>
            <a:off x="1163052" y="272716"/>
            <a:ext cx="30332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코드로 알아보자</a:t>
            </a:r>
            <a:r>
              <a:rPr lang="en-US" altLang="ko-KR" sz="2800" b="1" dirty="0">
                <a:solidFill>
                  <a:srgbClr val="00B0F0"/>
                </a:solidFill>
              </a:rPr>
              <a:t>2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ECB3847-82C4-82DC-293F-8FFC6F1F790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2F2BD26-EA45-5FAD-ACA2-55E003F423D9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44CC1CA-1B0F-5852-B4BC-E10B2C914374}"/>
              </a:ext>
            </a:extLst>
          </p:cNvPr>
          <p:cNvSpPr txBox="1"/>
          <p:nvPr/>
        </p:nvSpPr>
        <p:spPr>
          <a:xfrm>
            <a:off x="1033774" y="3772249"/>
            <a:ext cx="79578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기존에는 </a:t>
            </a:r>
            <a:r>
              <a:rPr lang="en-US" altLang="ko-KR" dirty="0"/>
              <a:t>loss</a:t>
            </a:r>
            <a:r>
              <a:rPr lang="ko-KR" altLang="en-US" dirty="0"/>
              <a:t>를 구한 뒤 </a:t>
            </a:r>
            <a:r>
              <a:rPr lang="en-US" altLang="ko-KR" dirty="0"/>
              <a:t>gradient</a:t>
            </a:r>
            <a:r>
              <a:rPr lang="ko-KR" altLang="en-US" dirty="0"/>
              <a:t>를 구한다</a:t>
            </a:r>
            <a:endParaRPr lang="en-US" altLang="ko-KR" dirty="0"/>
          </a:p>
          <a:p>
            <a:r>
              <a:rPr lang="en-US" altLang="ko-KR" dirty="0"/>
              <a:t>GA</a:t>
            </a:r>
            <a:r>
              <a:rPr lang="ko-KR" altLang="en-US" dirty="0"/>
              <a:t>를 사용하면 절반 </a:t>
            </a:r>
            <a:r>
              <a:rPr lang="en-US" altLang="ko-KR" dirty="0"/>
              <a:t>batch</a:t>
            </a:r>
            <a:r>
              <a:rPr lang="ko-KR" altLang="en-US" dirty="0"/>
              <a:t>에 대해서 </a:t>
            </a:r>
            <a:r>
              <a:rPr lang="en-US" altLang="ko-KR" dirty="0"/>
              <a:t>loss</a:t>
            </a:r>
            <a:r>
              <a:rPr lang="ko-KR" altLang="en-US" dirty="0"/>
              <a:t>를 구한 뒤 </a:t>
            </a:r>
            <a:r>
              <a:rPr lang="en-US" altLang="ko-KR" dirty="0"/>
              <a:t>gradient</a:t>
            </a:r>
            <a:r>
              <a:rPr lang="ko-KR" altLang="en-US" dirty="0"/>
              <a:t>구하고</a:t>
            </a:r>
            <a:endParaRPr lang="en-US" altLang="ko-KR" dirty="0"/>
          </a:p>
          <a:p>
            <a:r>
              <a:rPr lang="ko-KR" altLang="en-US" dirty="0"/>
              <a:t>나머지 절반도 </a:t>
            </a:r>
            <a:r>
              <a:rPr lang="en-US" altLang="ko-KR" dirty="0"/>
              <a:t>loss</a:t>
            </a:r>
            <a:r>
              <a:rPr lang="ko-KR" altLang="en-US" dirty="0"/>
              <a:t>구한 뒤 </a:t>
            </a:r>
            <a:r>
              <a:rPr lang="en-US" altLang="ko-KR" dirty="0"/>
              <a:t>gradient </a:t>
            </a:r>
            <a:r>
              <a:rPr lang="ko-KR" altLang="en-US" dirty="0"/>
              <a:t>구하여 더한다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GPU </a:t>
            </a:r>
            <a:r>
              <a:rPr lang="ko-KR" altLang="en-US" dirty="0"/>
              <a:t>메모리 한계를 극복하면서 더 큰 배치</a:t>
            </a:r>
            <a:r>
              <a:rPr lang="en-US" altLang="ko-KR" dirty="0"/>
              <a:t>(batch) </a:t>
            </a:r>
            <a:r>
              <a:rPr lang="ko-KR" altLang="en-US" dirty="0"/>
              <a:t>크기로 학습한 것과 동일한 효과를 내기 위해 사용하는 기법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주의</a:t>
            </a:r>
            <a:r>
              <a:rPr lang="en-US" altLang="ko-KR" dirty="0"/>
              <a:t>) </a:t>
            </a:r>
            <a:r>
              <a:rPr lang="en-US" altLang="ko-KR" dirty="0" err="1"/>
              <a:t>BatchNorm</a:t>
            </a:r>
            <a:r>
              <a:rPr lang="en-US" altLang="ko-KR" dirty="0"/>
              <a:t> </a:t>
            </a:r>
            <a:r>
              <a:rPr lang="ko-KR" altLang="en-US" dirty="0"/>
              <a:t>사용시 </a:t>
            </a:r>
            <a:r>
              <a:rPr lang="ko-KR" altLang="en-US" dirty="0" err="1"/>
              <a:t>주의해야함</a:t>
            </a:r>
            <a:r>
              <a:rPr lang="en-US" altLang="ko-KR" dirty="0"/>
              <a:t>! -&gt; </a:t>
            </a:r>
            <a:r>
              <a:rPr lang="ko-KR" altLang="en-US" dirty="0"/>
              <a:t>이건 나중에 알아보자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C5E92C18-D27E-1419-AFAA-10DD6FCCAC9F}"/>
                  </a:ext>
                </a:extLst>
              </p14:cNvPr>
              <p14:cNvContentPartPr/>
              <p14:nvPr/>
            </p14:nvContentPartPr>
            <p14:xfrm>
              <a:off x="10623330" y="4413090"/>
              <a:ext cx="360" cy="36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C5E92C18-D27E-1419-AFAA-10DD6FCCAC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17210" y="440697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8B481983-CAB7-62AE-8439-823607489629}"/>
                  </a:ext>
                </a:extLst>
              </p14:cNvPr>
              <p14:cNvContentPartPr/>
              <p14:nvPr/>
            </p14:nvContentPartPr>
            <p14:xfrm>
              <a:off x="5314770" y="4311570"/>
              <a:ext cx="360" cy="36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8B481983-CAB7-62AE-8439-8236074896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08650" y="430545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3E22C4D1-9678-442E-9C8E-0ED5ED7446DB}"/>
                  </a:ext>
                </a:extLst>
              </p14:cNvPr>
              <p14:cNvContentPartPr/>
              <p14:nvPr/>
            </p14:nvContentPartPr>
            <p14:xfrm>
              <a:off x="7664130" y="3873090"/>
              <a:ext cx="360" cy="36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3E22C4D1-9678-442E-9C8E-0ED5ED7446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58010" y="386697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그림 9" descr="폰트, 텍스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ACAC21-B006-1AB3-32E1-DFEA9A0A7D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3052" y="2934168"/>
            <a:ext cx="4887007" cy="6858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A9E2AA-6E2B-D6A7-0F0E-8ACD329C323D}"/>
              </a:ext>
            </a:extLst>
          </p:cNvPr>
          <p:cNvSpPr txBox="1"/>
          <p:nvPr/>
        </p:nvSpPr>
        <p:spPr>
          <a:xfrm>
            <a:off x="1186175" y="1217830"/>
            <a:ext cx="68239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Gradient accumulation(GA) </a:t>
            </a:r>
            <a:r>
              <a:rPr lang="ko-KR" altLang="en-US" b="1" dirty="0" err="1"/>
              <a:t>뭔데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dirty="0"/>
              <a:t>딥러닝 할 경우 일정 이상 </a:t>
            </a:r>
            <a:r>
              <a:rPr lang="en-US" altLang="ko-KR" dirty="0"/>
              <a:t>batch</a:t>
            </a:r>
            <a:r>
              <a:rPr lang="ko-KR" altLang="en-US" dirty="0"/>
              <a:t>사이즈 가져야 성공함</a:t>
            </a:r>
            <a:endParaRPr lang="en-US" altLang="ko-KR" dirty="0"/>
          </a:p>
          <a:p>
            <a:r>
              <a:rPr lang="ko-KR" altLang="en-US" dirty="0"/>
              <a:t>하지만 </a:t>
            </a:r>
            <a:r>
              <a:rPr lang="en-US" altLang="ko-KR" dirty="0"/>
              <a:t>GPU</a:t>
            </a:r>
            <a:r>
              <a:rPr lang="ko-KR" altLang="en-US" dirty="0"/>
              <a:t>가 작은 경우 </a:t>
            </a:r>
            <a:r>
              <a:rPr lang="en-US" altLang="ko-KR" dirty="0"/>
              <a:t>batch</a:t>
            </a:r>
            <a:r>
              <a:rPr lang="ko-KR" altLang="en-US" dirty="0"/>
              <a:t>사이즈를 크게 가져갈 수 없음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/>
              <a:t>시간을 조금 더 들여서 더 큰 </a:t>
            </a:r>
            <a:r>
              <a:rPr lang="en-US" altLang="ko-KR" dirty="0"/>
              <a:t>batch size</a:t>
            </a:r>
            <a:r>
              <a:rPr lang="ko-KR" altLang="en-US" dirty="0"/>
              <a:t>로 학습하게 한다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b="1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43298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E716B-A1C5-D776-C0DC-51CEAACFB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3F0C8F2-5F28-0399-E1A2-65A3AD3161E7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2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48B873-830F-ECBF-31C7-C8645279DEC3}"/>
              </a:ext>
            </a:extLst>
          </p:cNvPr>
          <p:cNvSpPr txBox="1"/>
          <p:nvPr/>
        </p:nvSpPr>
        <p:spPr>
          <a:xfrm>
            <a:off x="1163052" y="272716"/>
            <a:ext cx="30332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코드로 알아보자</a:t>
            </a:r>
            <a:r>
              <a:rPr lang="en-US" altLang="ko-KR" sz="2800" b="1" dirty="0">
                <a:solidFill>
                  <a:srgbClr val="00B0F0"/>
                </a:solidFill>
              </a:rPr>
              <a:t>2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F349349-4EB6-5522-DFE7-5F12ECD98182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0F9B7E4-FDDB-BCE9-EAF5-ED59671EA9AD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32C65BF-C2D5-3929-2742-319240E219FA}"/>
              </a:ext>
            </a:extLst>
          </p:cNvPr>
          <p:cNvSpPr txBox="1"/>
          <p:nvPr/>
        </p:nvSpPr>
        <p:spPr>
          <a:xfrm>
            <a:off x="1076080" y="2546071"/>
            <a:ext cx="50195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작은 배치에서 계산된 </a:t>
            </a:r>
            <a:r>
              <a:rPr lang="en-US" altLang="ko-KR" dirty="0"/>
              <a:t>loss</a:t>
            </a:r>
            <a:r>
              <a:rPr lang="ko-KR" altLang="en-US" dirty="0"/>
              <a:t>을 </a:t>
            </a:r>
            <a:r>
              <a:rPr lang="en-US" altLang="ko-KR" dirty="0"/>
              <a:t>gradient</a:t>
            </a:r>
            <a:r>
              <a:rPr lang="ko-KR" altLang="en-US" dirty="0"/>
              <a:t>을 누적합니다</a:t>
            </a:r>
            <a:r>
              <a:rPr lang="en-US" altLang="ko-KR" dirty="0"/>
              <a:t>. (=backward()</a:t>
            </a:r>
            <a:r>
              <a:rPr lang="ko-KR" altLang="en-US" dirty="0"/>
              <a:t>만 호출하면 </a:t>
            </a:r>
            <a:r>
              <a:rPr lang="en-US" altLang="ko-KR" dirty="0"/>
              <a:t>gradient</a:t>
            </a:r>
            <a:r>
              <a:rPr lang="ko-KR" altLang="en-US" dirty="0"/>
              <a:t>값이 더해집니다</a:t>
            </a:r>
            <a:r>
              <a:rPr lang="en-US" altLang="ko-KR" dirty="0"/>
              <a:t>.)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정해진 횟수</a:t>
            </a:r>
            <a:r>
              <a:rPr lang="en-US" altLang="ko-KR" dirty="0"/>
              <a:t>(gradient accumulation step)</a:t>
            </a:r>
            <a:r>
              <a:rPr lang="ko-KR" altLang="en-US" dirty="0"/>
              <a:t>만큼 누적되었다면 </a:t>
            </a:r>
            <a:r>
              <a:rPr lang="en-US" altLang="ko-KR" dirty="0"/>
              <a:t>optimizer</a:t>
            </a:r>
            <a:r>
              <a:rPr lang="ko-KR" altLang="en-US" dirty="0"/>
              <a:t>로 가중키를 업데이트 합니다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 err="1"/>
              <a:t>최종기울기가</a:t>
            </a:r>
            <a:r>
              <a:rPr lang="ko-KR" altLang="en-US" dirty="0"/>
              <a:t> 큰 배치에서 한번에 처리한 결과와 동일하도록 각 </a:t>
            </a:r>
            <a:r>
              <a:rPr lang="en-US" altLang="ko-KR" dirty="0"/>
              <a:t>loss</a:t>
            </a:r>
            <a:r>
              <a:rPr lang="ko-KR" altLang="en-US" dirty="0"/>
              <a:t>을 </a:t>
            </a:r>
            <a:r>
              <a:rPr lang="en-US" altLang="ko-KR" dirty="0"/>
              <a:t>gradient accumulation step</a:t>
            </a:r>
            <a:r>
              <a:rPr lang="ko-KR" altLang="en-US" dirty="0"/>
              <a:t>만큼 나눠주어 </a:t>
            </a:r>
            <a:r>
              <a:rPr lang="ko-KR" altLang="en-US" dirty="0" err="1"/>
              <a:t>스케일링합니다</a:t>
            </a:r>
            <a:endParaRPr lang="ko-KR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10184E35-B70D-24A0-3D81-8C45DC6A31B0}"/>
                  </a:ext>
                </a:extLst>
              </p14:cNvPr>
              <p14:cNvContentPartPr/>
              <p14:nvPr/>
            </p14:nvContentPartPr>
            <p14:xfrm>
              <a:off x="10623330" y="4413090"/>
              <a:ext cx="360" cy="36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10184E35-B70D-24A0-3D81-8C45DC6A31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17210" y="440697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1A9847B5-A453-FC99-1A3C-A68A3E233994}"/>
                  </a:ext>
                </a:extLst>
              </p14:cNvPr>
              <p14:cNvContentPartPr/>
              <p14:nvPr/>
            </p14:nvContentPartPr>
            <p14:xfrm>
              <a:off x="5314770" y="4311570"/>
              <a:ext cx="360" cy="36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1A9847B5-A453-FC99-1A3C-A68A3E2339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08650" y="430545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28D532C5-D76D-39D2-D58D-C52D8AF23849}"/>
                  </a:ext>
                </a:extLst>
              </p14:cNvPr>
              <p14:cNvContentPartPr/>
              <p14:nvPr/>
            </p14:nvContentPartPr>
            <p14:xfrm>
              <a:off x="7664130" y="3873090"/>
              <a:ext cx="360" cy="36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28D532C5-D76D-39D2-D58D-C52D8AF238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58010" y="386697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518FB20-D5E9-C125-9155-C56391038774}"/>
              </a:ext>
            </a:extLst>
          </p:cNvPr>
          <p:cNvSpPr txBox="1"/>
          <p:nvPr/>
        </p:nvSpPr>
        <p:spPr>
          <a:xfrm>
            <a:off x="1186175" y="1217830"/>
            <a:ext cx="68239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Gradient accumulation(GA) </a:t>
            </a:r>
            <a:r>
              <a:rPr lang="ko-KR" altLang="en-US" b="1" dirty="0" err="1"/>
              <a:t>뭔데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dirty="0"/>
              <a:t>사용방법</a:t>
            </a:r>
            <a:endParaRPr lang="en-US" altLang="ko-KR" b="1" dirty="0"/>
          </a:p>
          <a:p>
            <a:endParaRPr lang="ko-KR" altLang="en-US" dirty="0"/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6938D8-6132-4C94-46FC-E67B783E66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8587" y="1233179"/>
            <a:ext cx="4023237" cy="420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956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2C1D2-978F-33EB-E960-2FFFBC2E2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E61A48-9C3B-8A79-A3C7-60DA290313E4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2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68B464-6CD7-39C3-C30F-4CF961E59335}"/>
              </a:ext>
            </a:extLst>
          </p:cNvPr>
          <p:cNvSpPr txBox="1"/>
          <p:nvPr/>
        </p:nvSpPr>
        <p:spPr>
          <a:xfrm>
            <a:off x="1163052" y="272716"/>
            <a:ext cx="30332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코드로 알아보자</a:t>
            </a:r>
            <a:r>
              <a:rPr lang="en-US" altLang="ko-KR" sz="2800" b="1" dirty="0">
                <a:solidFill>
                  <a:srgbClr val="00B0F0"/>
                </a:solidFill>
              </a:rPr>
              <a:t>3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F26DAF1-7A11-11A3-8690-FFFE76A78A83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77994F1-EB24-7D24-9889-AF9481934D74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DEAEDA3B-7D20-CDF8-3470-0BC46019C3DA}"/>
                  </a:ext>
                </a:extLst>
              </p14:cNvPr>
              <p14:cNvContentPartPr/>
              <p14:nvPr/>
            </p14:nvContentPartPr>
            <p14:xfrm>
              <a:off x="10623330" y="4413090"/>
              <a:ext cx="360" cy="36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DEAEDA3B-7D20-CDF8-3470-0BC46019C3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17210" y="440697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7F70960A-889B-8112-966C-4419DCDAED9C}"/>
                  </a:ext>
                </a:extLst>
              </p14:cNvPr>
              <p14:cNvContentPartPr/>
              <p14:nvPr/>
            </p14:nvContentPartPr>
            <p14:xfrm>
              <a:off x="5314770" y="4311570"/>
              <a:ext cx="360" cy="36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7F70960A-889B-8112-966C-4419DCDAED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08650" y="430545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7D96A17E-ADC8-97DD-8E5E-B16329D89D48}"/>
                  </a:ext>
                </a:extLst>
              </p14:cNvPr>
              <p14:cNvContentPartPr/>
              <p14:nvPr/>
            </p14:nvContentPartPr>
            <p14:xfrm>
              <a:off x="7664130" y="3873090"/>
              <a:ext cx="360" cy="36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7D96A17E-ADC8-97DD-8E5E-B16329D89D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58010" y="386697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C785A20-7C93-9A3B-85CA-DD521700AC48}"/>
              </a:ext>
            </a:extLst>
          </p:cNvPr>
          <p:cNvSpPr txBox="1"/>
          <p:nvPr/>
        </p:nvSpPr>
        <p:spPr>
          <a:xfrm>
            <a:off x="1163052" y="841111"/>
            <a:ext cx="6823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Mnist</a:t>
            </a:r>
            <a:r>
              <a:rPr lang="en-US" altLang="ko-KR" b="1" dirty="0"/>
              <a:t> </a:t>
            </a:r>
            <a:r>
              <a:rPr lang="ko-KR" altLang="en-US" b="1" dirty="0"/>
              <a:t>예측하기</a:t>
            </a:r>
            <a:endParaRPr lang="en-US" altLang="ko-KR" b="1" dirty="0"/>
          </a:p>
          <a:p>
            <a:endParaRPr lang="ko-KR" altLang="en-US" dirty="0"/>
          </a:p>
        </p:txBody>
      </p:sp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64EA30-55AE-9AE8-E113-7D8A20B613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3994" y="1443029"/>
            <a:ext cx="4201111" cy="3477110"/>
          </a:xfrm>
          <a:prstGeom prst="rect">
            <a:avLst/>
          </a:prstGeom>
        </p:spPr>
      </p:pic>
      <p:pic>
        <p:nvPicPr>
          <p:cNvPr id="13" name="그림 1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31A04A-6EB8-D8A2-F31D-CAC1C4C28D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188" y="1443029"/>
            <a:ext cx="4820323" cy="330563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DEE6211-8857-C9E4-CDAD-182C39C25BF0}"/>
              </a:ext>
            </a:extLst>
          </p:cNvPr>
          <p:cNvSpPr txBox="1"/>
          <p:nvPr/>
        </p:nvSpPr>
        <p:spPr>
          <a:xfrm>
            <a:off x="1163052" y="5152725"/>
            <a:ext cx="44503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 device </a:t>
            </a:r>
            <a:r>
              <a:rPr lang="ko-KR" altLang="en-US" dirty="0"/>
              <a:t>이용하여 </a:t>
            </a:r>
            <a:r>
              <a:rPr lang="en-US" altLang="ko-KR" dirty="0" err="1"/>
              <a:t>gpu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model, input, label</a:t>
            </a:r>
            <a:r>
              <a:rPr lang="ko-KR" altLang="en-US" dirty="0"/>
              <a:t>은 동일한 </a:t>
            </a:r>
            <a:r>
              <a:rPr lang="en-US" altLang="ko-KR" dirty="0"/>
              <a:t>device</a:t>
            </a:r>
            <a:r>
              <a:rPr lang="ko-KR" altLang="en-US" dirty="0"/>
              <a:t>에 </a:t>
            </a:r>
            <a:r>
              <a:rPr lang="ko-KR" altLang="en-US" dirty="0" err="1"/>
              <a:t>들어가야함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E33BBA-375B-E099-9298-9DA6949B084C}"/>
              </a:ext>
            </a:extLst>
          </p:cNvPr>
          <p:cNvSpPr txBox="1"/>
          <p:nvPr/>
        </p:nvSpPr>
        <p:spPr>
          <a:xfrm>
            <a:off x="6244888" y="4990560"/>
            <a:ext cx="57058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reshape() </a:t>
            </a:r>
            <a:r>
              <a:rPr lang="ko-KR" altLang="en-US" dirty="0"/>
              <a:t>사용하여 </a:t>
            </a:r>
            <a:r>
              <a:rPr lang="en-US" altLang="ko-KR" dirty="0"/>
              <a:t>1</a:t>
            </a:r>
            <a:r>
              <a:rPr lang="ko-KR" altLang="en-US" dirty="0"/>
              <a:t>차원 벡터 만들기 </a:t>
            </a:r>
            <a:r>
              <a:rPr lang="en-US" altLang="ko-KR" dirty="0"/>
              <a:t>(28x28 </a:t>
            </a:r>
            <a:r>
              <a:rPr lang="ko-KR" altLang="en-US" dirty="0"/>
              <a:t>픽셀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dirty="0" err="1"/>
              <a:t>CrossEntropyLoss</a:t>
            </a:r>
            <a:r>
              <a:rPr lang="en-US" altLang="ko-KR" dirty="0"/>
              <a:t>()</a:t>
            </a:r>
          </a:p>
          <a:p>
            <a:pPr marL="742950" lvl="1" indent="-285750">
              <a:buFontTx/>
              <a:buChar char="-"/>
            </a:pPr>
            <a:r>
              <a:rPr lang="ko-KR" altLang="en-US" dirty="0"/>
              <a:t>다중 클래스 분류 문제에서 사용하는 손실함수</a:t>
            </a:r>
          </a:p>
          <a:p>
            <a:pPr marL="742950" lvl="1" indent="-285750">
              <a:buFontTx/>
              <a:buChar char="-"/>
            </a:pPr>
            <a:r>
              <a:rPr lang="en-US" altLang="ko-KR" dirty="0" err="1"/>
              <a:t>Softmax</a:t>
            </a:r>
            <a:r>
              <a:rPr lang="en-US" altLang="ko-KR" dirty="0"/>
              <a:t> + Negative Log Likelihood</a:t>
            </a:r>
          </a:p>
          <a:p>
            <a:pPr marL="742950" lvl="1" indent="-285750">
              <a:buFontTx/>
              <a:buChar char="-"/>
            </a:pPr>
            <a:r>
              <a:rPr lang="ko-KR" altLang="en-US" dirty="0"/>
              <a:t>모델 마지막 </a:t>
            </a:r>
            <a:r>
              <a:rPr lang="en-US" altLang="ko-KR" dirty="0"/>
              <a:t>layer</a:t>
            </a:r>
            <a:r>
              <a:rPr lang="ko-KR" altLang="en-US" dirty="0"/>
              <a:t>에 </a:t>
            </a:r>
            <a:r>
              <a:rPr lang="en-US" altLang="ko-KR" dirty="0" err="1"/>
              <a:t>Softmax</a:t>
            </a:r>
            <a:r>
              <a:rPr lang="en-US" altLang="ko-KR" dirty="0"/>
              <a:t> </a:t>
            </a:r>
            <a:r>
              <a:rPr lang="ko-KR" altLang="en-US" dirty="0"/>
              <a:t>넣지 않음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F1DD33-E518-CEE9-E56E-478A6ECADBCB}"/>
              </a:ext>
            </a:extLst>
          </p:cNvPr>
          <p:cNvSpPr txBox="1"/>
          <p:nvPr/>
        </p:nvSpPr>
        <p:spPr>
          <a:xfrm>
            <a:off x="794752" y="5879090"/>
            <a:ext cx="612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8"/>
              </a:rPr>
              <a:t>링크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38854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0EC96-7E51-ACC4-8A3C-46BA20BCA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6BCFF16-AEE1-203C-14C3-4D99718902E2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2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A1890D-ED0D-7488-9592-AC1C50D471C9}"/>
              </a:ext>
            </a:extLst>
          </p:cNvPr>
          <p:cNvSpPr txBox="1"/>
          <p:nvPr/>
        </p:nvSpPr>
        <p:spPr>
          <a:xfrm>
            <a:off x="1163052" y="272716"/>
            <a:ext cx="30332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코드로 알아보자</a:t>
            </a:r>
            <a:r>
              <a:rPr lang="en-US" altLang="ko-KR" sz="2800" b="1" dirty="0">
                <a:solidFill>
                  <a:srgbClr val="00B0F0"/>
                </a:solidFill>
              </a:rPr>
              <a:t>3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D0621B6-64AE-D367-35D1-3CA9B415F6F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4671422-726F-8931-6B14-B067E43AAA87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E70EE8F3-8DC8-A1B6-CA48-1FACFE617CBA}"/>
                  </a:ext>
                </a:extLst>
              </p14:cNvPr>
              <p14:cNvContentPartPr/>
              <p14:nvPr/>
            </p14:nvContentPartPr>
            <p14:xfrm>
              <a:off x="10623330" y="4413090"/>
              <a:ext cx="360" cy="36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E70EE8F3-8DC8-A1B6-CA48-1FACFE617C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17210" y="440697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EB3E6BE8-C32C-31F9-F329-1F5B4E4B1C77}"/>
                  </a:ext>
                </a:extLst>
              </p14:cNvPr>
              <p14:cNvContentPartPr/>
              <p14:nvPr/>
            </p14:nvContentPartPr>
            <p14:xfrm>
              <a:off x="5314770" y="4311570"/>
              <a:ext cx="360" cy="36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EB3E6BE8-C32C-31F9-F329-1F5B4E4B1C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08650" y="430545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581FDDAD-62A8-06BE-2094-FFA5FB4149E2}"/>
                  </a:ext>
                </a:extLst>
              </p14:cNvPr>
              <p14:cNvContentPartPr/>
              <p14:nvPr/>
            </p14:nvContentPartPr>
            <p14:xfrm>
              <a:off x="7664130" y="3873090"/>
              <a:ext cx="360" cy="36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581FDDAD-62A8-06BE-2094-FFA5FB4149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58010" y="386697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1A5CFF0-3F91-D330-E655-76E09BE869D9}"/>
              </a:ext>
            </a:extLst>
          </p:cNvPr>
          <p:cNvSpPr txBox="1"/>
          <p:nvPr/>
        </p:nvSpPr>
        <p:spPr>
          <a:xfrm>
            <a:off x="1163052" y="841111"/>
            <a:ext cx="6823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Mnist</a:t>
            </a:r>
            <a:r>
              <a:rPr lang="en-US" altLang="ko-KR" b="1" dirty="0"/>
              <a:t> </a:t>
            </a:r>
            <a:r>
              <a:rPr lang="ko-KR" altLang="en-US" b="1" dirty="0"/>
              <a:t>예측하기</a:t>
            </a:r>
            <a:endParaRPr lang="en-US" altLang="ko-KR" b="1" dirty="0"/>
          </a:p>
          <a:p>
            <a:endParaRPr lang="ko-KR" altLang="en-US" dirty="0"/>
          </a:p>
        </p:txBody>
      </p:sp>
      <p:pic>
        <p:nvPicPr>
          <p:cNvPr id="4" name="그림 3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1743FB-494D-5B6B-486E-E603CAF25E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6845" y="1776450"/>
            <a:ext cx="6554115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8614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7B00A-DFD2-C575-2E19-DBA214226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048F5FB-D7CB-5ABF-B4B5-3E1C787647F0}"/>
              </a:ext>
            </a:extLst>
          </p:cNvPr>
          <p:cNvSpPr txBox="1"/>
          <p:nvPr/>
        </p:nvSpPr>
        <p:spPr>
          <a:xfrm>
            <a:off x="4693187" y="2945031"/>
            <a:ext cx="296238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b="1" dirty="0">
                <a:solidFill>
                  <a:srgbClr val="00B0F0"/>
                </a:solidFill>
              </a:rPr>
              <a:t>추가정리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1F06F46-60CE-83FA-CF28-FEA08011EBB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366B451-EA3C-17B0-7056-A50D941F5A60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8253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5160B-B4C7-5F36-7614-D840FB0C4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09B8462-A360-2821-6614-B75886A915ED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4FEB27D-CD82-326B-32DA-75C421F69B6F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597AC67-7A9E-3563-F2E7-DF280135A260}"/>
              </a:ext>
            </a:extLst>
          </p:cNvPr>
          <p:cNvSpPr txBox="1"/>
          <p:nvPr/>
        </p:nvSpPr>
        <p:spPr>
          <a:xfrm>
            <a:off x="1163052" y="272716"/>
            <a:ext cx="53944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웨이트 초기화 어떻게 </a:t>
            </a:r>
            <a:r>
              <a:rPr lang="ko-KR" altLang="en-US" sz="2800" b="1" dirty="0" err="1">
                <a:solidFill>
                  <a:srgbClr val="00B0F0"/>
                </a:solidFill>
              </a:rPr>
              <a:t>정할건데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B8698F-AB87-63AA-D674-26F5FAE7658F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3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21A634-EE86-FD9B-D259-9709BF698A08}"/>
              </a:ext>
            </a:extLst>
          </p:cNvPr>
          <p:cNvSpPr txBox="1"/>
          <p:nvPr/>
        </p:nvSpPr>
        <p:spPr>
          <a:xfrm>
            <a:off x="4019522" y="1610695"/>
            <a:ext cx="4029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결론</a:t>
            </a:r>
            <a:r>
              <a:rPr lang="en-US" altLang="ko-KR" b="1" dirty="0">
                <a:solidFill>
                  <a:srgbClr val="FF0000"/>
                </a:solidFill>
              </a:rPr>
              <a:t>) </a:t>
            </a:r>
            <a:r>
              <a:rPr lang="ko-KR" altLang="en-US" b="1" dirty="0">
                <a:solidFill>
                  <a:srgbClr val="FF0000"/>
                </a:solidFill>
              </a:rPr>
              <a:t>랜덤하게 </a:t>
            </a:r>
            <a:r>
              <a:rPr lang="en-US" altLang="ko-KR" b="1" dirty="0">
                <a:solidFill>
                  <a:srgbClr val="FF0000"/>
                </a:solidFill>
              </a:rPr>
              <a:t>0 </a:t>
            </a:r>
            <a:r>
              <a:rPr lang="ko-KR" altLang="en-US" b="1" dirty="0">
                <a:solidFill>
                  <a:srgbClr val="FF0000"/>
                </a:solidFill>
              </a:rPr>
              <a:t>근처로 잡자</a:t>
            </a:r>
            <a:r>
              <a:rPr lang="en-US" altLang="ko-KR" b="1" dirty="0">
                <a:solidFill>
                  <a:srgbClr val="FF0000"/>
                </a:solidFill>
              </a:rPr>
              <a:t>!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8" name="그림 17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451A30-AF9F-C37B-34BD-3A48D31F6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34" y="2849433"/>
            <a:ext cx="3288522" cy="1843287"/>
          </a:xfrm>
          <a:prstGeom prst="rect">
            <a:avLst/>
          </a:prstGeom>
        </p:spPr>
      </p:pic>
      <p:pic>
        <p:nvPicPr>
          <p:cNvPr id="20" name="그림 19" descr="텍스트, 폰트, 화이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FE0CEF-5727-3629-AF06-EEC415EB8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88" y="5475098"/>
            <a:ext cx="4001058" cy="771633"/>
          </a:xfrm>
          <a:prstGeom prst="rect">
            <a:avLst/>
          </a:prstGeom>
        </p:spPr>
      </p:pic>
      <p:pic>
        <p:nvPicPr>
          <p:cNvPr id="22" name="그림 21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4EA1DB-5016-5A45-9020-9F21B7A22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145" y="2849433"/>
            <a:ext cx="3635830" cy="1955868"/>
          </a:xfrm>
          <a:prstGeom prst="rect">
            <a:avLst/>
          </a:prstGeom>
        </p:spPr>
      </p:pic>
      <p:pic>
        <p:nvPicPr>
          <p:cNvPr id="24" name="그림 23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697864-D534-231E-3396-C2F2A207D1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9764" y="2849433"/>
            <a:ext cx="3389461" cy="202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7195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A63AF-8A04-D8B2-33E5-3F46AE7E0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0B7F928-64D6-CC12-2F9E-D87ACDD1C7D2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F04C12D-B60F-401D-AA58-45227C99F31F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FC84398-AB95-4355-5CB9-B8EFCA9EAD4F}"/>
              </a:ext>
            </a:extLst>
          </p:cNvPr>
          <p:cNvSpPr txBox="1"/>
          <p:nvPr/>
        </p:nvSpPr>
        <p:spPr>
          <a:xfrm>
            <a:off x="1163052" y="272716"/>
            <a:ext cx="7351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Local minimum</a:t>
            </a:r>
            <a:r>
              <a:rPr lang="ko-KR" altLang="en-US" sz="2800" b="1" dirty="0">
                <a:solidFill>
                  <a:srgbClr val="00B0F0"/>
                </a:solidFill>
              </a:rPr>
              <a:t>에서 빠져나오기 위한 여정</a:t>
            </a:r>
            <a:r>
              <a:rPr lang="en-US" altLang="ko-KR" sz="2800" b="1" dirty="0">
                <a:solidFill>
                  <a:srgbClr val="00B0F0"/>
                </a:solidFill>
              </a:rPr>
              <a:t>1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275C7-B17C-6E68-F9F7-82271C13F6D7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4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pic>
        <p:nvPicPr>
          <p:cNvPr id="3" name="그림 2" descr="원, 텍스트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4189CA-3870-F90B-3067-549A7336F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48" y="1480865"/>
            <a:ext cx="6020640" cy="38962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B41F43-5B31-A46A-D431-FC96C01AED52}"/>
              </a:ext>
            </a:extLst>
          </p:cNvPr>
          <p:cNvSpPr txBox="1"/>
          <p:nvPr/>
        </p:nvSpPr>
        <p:spPr>
          <a:xfrm>
            <a:off x="7610474" y="1600200"/>
            <a:ext cx="41719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Mini-Batch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batch size</a:t>
            </a:r>
            <a:r>
              <a:rPr lang="ko-KR" altLang="en-US" dirty="0" err="1"/>
              <a:t>키울때</a:t>
            </a:r>
            <a:r>
              <a:rPr lang="ko-KR" altLang="en-US" dirty="0"/>
              <a:t> </a:t>
            </a:r>
            <a:r>
              <a:rPr lang="en-US" altLang="ko-KR" dirty="0"/>
              <a:t>learning rate</a:t>
            </a:r>
            <a:r>
              <a:rPr lang="ko-KR" altLang="en-US" dirty="0"/>
              <a:t>도 같이 키우자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Warmup</a:t>
            </a:r>
            <a:r>
              <a:rPr lang="ko-KR" altLang="en-US" dirty="0"/>
              <a:t>하자 맨 처음 불안정하니까 </a:t>
            </a:r>
            <a:r>
              <a:rPr lang="en-US" altLang="ko-KR" dirty="0"/>
              <a:t>learning rate 0</a:t>
            </a:r>
            <a:r>
              <a:rPr lang="ko-KR" altLang="en-US" dirty="0"/>
              <a:t>부터 쭉 올리자</a:t>
            </a:r>
          </a:p>
        </p:txBody>
      </p:sp>
      <p:pic>
        <p:nvPicPr>
          <p:cNvPr id="7" name="그림 6" descr="친필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1966D3-FF71-21DB-D53F-1B5DA75DB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534" y="3155514"/>
            <a:ext cx="3103830" cy="328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5575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675B3-9F31-E786-E5B3-8BD0480A0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2F68968-7491-9ECA-C0C5-9CC6B7B25CD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1F4F259-B9A0-6EE8-86B5-09FB8FEC0A6E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238268A-505D-ED37-E729-2FE2C5911012}"/>
              </a:ext>
            </a:extLst>
          </p:cNvPr>
          <p:cNvSpPr txBox="1"/>
          <p:nvPr/>
        </p:nvSpPr>
        <p:spPr>
          <a:xfrm>
            <a:off x="1163052" y="272716"/>
            <a:ext cx="7351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Local minimum</a:t>
            </a:r>
            <a:r>
              <a:rPr lang="ko-KR" altLang="en-US" sz="2800" b="1" dirty="0">
                <a:solidFill>
                  <a:srgbClr val="00B0F0"/>
                </a:solidFill>
              </a:rPr>
              <a:t>에서 빠져나오기 위한 여정</a:t>
            </a:r>
            <a:r>
              <a:rPr lang="en-US" altLang="ko-KR" sz="2800" b="1" dirty="0">
                <a:solidFill>
                  <a:srgbClr val="00B0F0"/>
                </a:solidFill>
              </a:rPr>
              <a:t>2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39ED01-0403-69DB-C7F7-E36F5A0DFE70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4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17DB21-F68D-6DC8-5A7C-EE9619CD5634}"/>
              </a:ext>
            </a:extLst>
          </p:cNvPr>
          <p:cNvSpPr txBox="1"/>
          <p:nvPr/>
        </p:nvSpPr>
        <p:spPr>
          <a:xfrm>
            <a:off x="6972299" y="2255338"/>
            <a:ext cx="4171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Momentum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관성을 가지고있다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좌우좌우는</a:t>
            </a:r>
            <a:r>
              <a:rPr lang="ko-KR" altLang="en-US" dirty="0"/>
              <a:t> 줄어들고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앞으로가는건</a:t>
            </a:r>
            <a:r>
              <a:rPr lang="ko-KR" altLang="en-US" dirty="0"/>
              <a:t> 누적된다</a:t>
            </a:r>
          </a:p>
        </p:txBody>
      </p:sp>
      <p:pic>
        <p:nvPicPr>
          <p:cNvPr id="2050" name="Picture 2" descr="Local Minima Optimization Algorithms Stochastic Gradient Descent Neural  Network Accelerate Convergence: Mini-batch Momentum In Deep">
            <a:extLst>
              <a:ext uri="{FF2B5EF4-FFF2-40B4-BE49-F238E27FC236}">
                <a16:creationId xmlns:a16="http://schemas.microsoft.com/office/drawing/2014/main" id="{CFAAC4BB-5DE4-26A4-F3D8-8DECC7D05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325" y="2100263"/>
            <a:ext cx="3986213" cy="26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40739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1C21-D567-1A16-1682-243333A05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7A3D0BC-689B-DC1E-DEEC-290C0556A0C8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2B5BA86-BC52-22E2-A757-FAC059850F87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7F024CB-2000-CA91-7206-659DF1687711}"/>
              </a:ext>
            </a:extLst>
          </p:cNvPr>
          <p:cNvSpPr txBox="1"/>
          <p:nvPr/>
        </p:nvSpPr>
        <p:spPr>
          <a:xfrm>
            <a:off x="1163052" y="272716"/>
            <a:ext cx="7351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Local minimum</a:t>
            </a:r>
            <a:r>
              <a:rPr lang="ko-KR" altLang="en-US" sz="2800" b="1" dirty="0">
                <a:solidFill>
                  <a:srgbClr val="00B0F0"/>
                </a:solidFill>
              </a:rPr>
              <a:t>에서 빠져나오기 위한 여정</a:t>
            </a:r>
            <a:r>
              <a:rPr lang="en-US" altLang="ko-KR" sz="2800" b="1" dirty="0">
                <a:solidFill>
                  <a:srgbClr val="00B0F0"/>
                </a:solidFill>
              </a:rPr>
              <a:t>3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104F91-17A2-CC42-21C4-B3E5264DC689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4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529E23-A27C-47E3-D3AA-86DA4D823439}"/>
              </a:ext>
            </a:extLst>
          </p:cNvPr>
          <p:cNvSpPr txBox="1"/>
          <p:nvPr/>
        </p:nvSpPr>
        <p:spPr>
          <a:xfrm>
            <a:off x="782052" y="1649620"/>
            <a:ext cx="50406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RMSprop(Root Mean Square Propagation) 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Gradient</a:t>
            </a:r>
            <a:r>
              <a:rPr lang="ko-KR" altLang="en-US" dirty="0"/>
              <a:t>의 크기만 누적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Learning rate</a:t>
            </a:r>
            <a:r>
              <a:rPr lang="ko-KR" altLang="en-US" dirty="0"/>
              <a:t>를 각 파라미터 별로 다르게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경사를 보고 가파른 쪽은 조심조심</a:t>
            </a:r>
            <a:r>
              <a:rPr lang="en-US" altLang="ko-KR" dirty="0"/>
              <a:t>, </a:t>
            </a:r>
            <a:r>
              <a:rPr lang="ko-KR" altLang="en-US" dirty="0"/>
              <a:t>완만한 쪽은 과감하게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(0.1,10)</a:t>
            </a:r>
            <a:r>
              <a:rPr lang="ko-KR" altLang="en-US" dirty="0"/>
              <a:t>인 경우 </a:t>
            </a:r>
            <a:r>
              <a:rPr lang="en-US" altLang="ko-KR" dirty="0"/>
              <a:t>-&gt; (1,5)</a:t>
            </a:r>
            <a:r>
              <a:rPr lang="ko-KR" altLang="en-US" dirty="0"/>
              <a:t>로 변환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0.1</a:t>
            </a:r>
            <a:r>
              <a:rPr lang="ko-KR" altLang="en-US" dirty="0"/>
              <a:t>과 </a:t>
            </a:r>
            <a:r>
              <a:rPr lang="en-US" altLang="ko-KR" dirty="0"/>
              <a:t>10</a:t>
            </a:r>
            <a:r>
              <a:rPr lang="ko-KR" altLang="en-US" dirty="0"/>
              <a:t>을 다른 </a:t>
            </a:r>
            <a:r>
              <a:rPr lang="en-US" altLang="ko-KR" dirty="0"/>
              <a:t>Learning rate </a:t>
            </a:r>
            <a:r>
              <a:rPr lang="ko-KR" altLang="en-US" dirty="0"/>
              <a:t>주는 것 같음</a:t>
            </a:r>
          </a:p>
        </p:txBody>
      </p:sp>
      <p:sp>
        <p:nvSpPr>
          <p:cNvPr id="3" name="십자형 2">
            <a:extLst>
              <a:ext uri="{FF2B5EF4-FFF2-40B4-BE49-F238E27FC236}">
                <a16:creationId xmlns:a16="http://schemas.microsoft.com/office/drawing/2014/main" id="{3D34986D-7E3E-85EE-171E-41020CF82834}"/>
              </a:ext>
            </a:extLst>
          </p:cNvPr>
          <p:cNvSpPr/>
          <p:nvPr/>
        </p:nvSpPr>
        <p:spPr>
          <a:xfrm>
            <a:off x="5934933" y="2361558"/>
            <a:ext cx="868711" cy="885811"/>
          </a:xfrm>
          <a:prstGeom prst="plus">
            <a:avLst>
              <a:gd name="adj" fmla="val 388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3FFDC2-5171-4D73-4A9F-EC3EFE490B82}"/>
              </a:ext>
            </a:extLst>
          </p:cNvPr>
          <p:cNvSpPr txBox="1"/>
          <p:nvPr/>
        </p:nvSpPr>
        <p:spPr>
          <a:xfrm>
            <a:off x="7553910" y="2619116"/>
            <a:ext cx="19216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Momentum</a:t>
            </a:r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75AD14C8-65E8-669E-E5AB-A1B6E639B00C}"/>
              </a:ext>
            </a:extLst>
          </p:cNvPr>
          <p:cNvSpPr/>
          <p:nvPr/>
        </p:nvSpPr>
        <p:spPr>
          <a:xfrm>
            <a:off x="6219825" y="4133850"/>
            <a:ext cx="771525" cy="10382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CB8D64-15CB-0080-06F0-E8E519CD3729}"/>
              </a:ext>
            </a:extLst>
          </p:cNvPr>
          <p:cNvSpPr txBox="1"/>
          <p:nvPr/>
        </p:nvSpPr>
        <p:spPr>
          <a:xfrm>
            <a:off x="4447619" y="5494873"/>
            <a:ext cx="19216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Adam</a:t>
            </a:r>
          </a:p>
        </p:txBody>
      </p:sp>
      <p:pic>
        <p:nvPicPr>
          <p:cNvPr id="14" name="그림 13" descr="폰트, 라인, 화이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BD4F46-7814-D4BE-E918-1B6E12C9B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321" y="5266055"/>
            <a:ext cx="3096057" cy="92405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2B64AFFD-4E71-8AA4-9348-019383F92D27}"/>
                  </a:ext>
                </a:extLst>
              </p14:cNvPr>
              <p14:cNvContentPartPr/>
              <p14:nvPr/>
            </p14:nvContentPartPr>
            <p14:xfrm>
              <a:off x="7953525" y="5473875"/>
              <a:ext cx="461520" cy="46152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2B64AFFD-4E71-8AA4-9348-019383F92D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47405" y="5467755"/>
                <a:ext cx="473760" cy="47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그룹 24">
            <a:extLst>
              <a:ext uri="{FF2B5EF4-FFF2-40B4-BE49-F238E27FC236}">
                <a16:creationId xmlns:a16="http://schemas.microsoft.com/office/drawing/2014/main" id="{E18EE2E3-8A42-52D9-EE39-6C983CA45A0C}"/>
              </a:ext>
            </a:extLst>
          </p:cNvPr>
          <p:cNvGrpSpPr/>
          <p:nvPr/>
        </p:nvGrpSpPr>
        <p:grpSpPr>
          <a:xfrm>
            <a:off x="4285485" y="1923915"/>
            <a:ext cx="4754520" cy="4611240"/>
            <a:chOff x="4285485" y="1923915"/>
            <a:chExt cx="4754520" cy="461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59091B11-5B98-2593-25D5-4B565842A837}"/>
                    </a:ext>
                  </a:extLst>
                </p14:cNvPr>
                <p14:cNvContentPartPr/>
                <p14:nvPr/>
              </p14:nvContentPartPr>
              <p14:xfrm>
                <a:off x="8249805" y="2933715"/>
                <a:ext cx="790200" cy="241992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59091B11-5B98-2593-25D5-4B565842A83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43685" y="2927595"/>
                  <a:ext cx="802440" cy="24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AD2B20AE-28B6-4F50-7572-E4EFD9C92FA1}"/>
                    </a:ext>
                  </a:extLst>
                </p14:cNvPr>
                <p14:cNvContentPartPr/>
                <p14:nvPr/>
              </p14:nvContentPartPr>
              <p14:xfrm>
                <a:off x="8181045" y="5229075"/>
                <a:ext cx="488520" cy="21852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AD2B20AE-28B6-4F50-7572-E4EFD9C92FA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174925" y="5222955"/>
                  <a:ext cx="5007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E25BDAEC-F73E-0DFB-1905-8F186081D687}"/>
                    </a:ext>
                  </a:extLst>
                </p14:cNvPr>
                <p14:cNvContentPartPr/>
                <p14:nvPr/>
              </p14:nvContentPartPr>
              <p14:xfrm>
                <a:off x="7134165" y="6015675"/>
                <a:ext cx="973440" cy="19188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E25BDAEC-F73E-0DFB-1905-8F186081D68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28045" y="6009555"/>
                  <a:ext cx="9856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0FBEE7B6-C8D3-3943-6840-49E096AE8766}"/>
                    </a:ext>
                  </a:extLst>
                </p14:cNvPr>
                <p14:cNvContentPartPr/>
                <p14:nvPr/>
              </p14:nvContentPartPr>
              <p14:xfrm>
                <a:off x="4285485" y="1923915"/>
                <a:ext cx="3127320" cy="461124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0FBEE7B6-C8D3-3943-6840-49E096AE876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279365" y="1917795"/>
                  <a:ext cx="3139560" cy="462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8A5C2283-0352-052D-B9EF-998D699D251C}"/>
                  </a:ext>
                </a:extLst>
              </p14:cNvPr>
              <p14:cNvContentPartPr/>
              <p14:nvPr/>
            </p14:nvContentPartPr>
            <p14:xfrm>
              <a:off x="1847925" y="4762515"/>
              <a:ext cx="360" cy="360"/>
            </p14:xfrm>
          </p:contentPart>
        </mc:Choice>
        <mc:Fallback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8A5C2283-0352-052D-B9EF-998D699D251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841805" y="4756395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28" name="그림 27" descr="폰트, 라인, 화이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610A6D-98A1-61A7-CD0B-F90479CB349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567" y="3971830"/>
            <a:ext cx="3334215" cy="790685"/>
          </a:xfrm>
          <a:prstGeom prst="rect">
            <a:avLst/>
          </a:prstGeom>
        </p:spPr>
      </p:pic>
      <p:pic>
        <p:nvPicPr>
          <p:cNvPr id="29" name="그림 28" descr="친필, 폰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44FC4A-6128-C17E-44BC-D3135EC9A72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12330" y="1117388"/>
            <a:ext cx="3460831" cy="146158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B19AD4A3-FB82-B0A5-96E5-CE1283137074}"/>
                  </a:ext>
                </a:extLst>
              </p14:cNvPr>
              <p14:cNvContentPartPr/>
              <p14:nvPr/>
            </p14:nvContentPartPr>
            <p14:xfrm>
              <a:off x="2733165" y="4245195"/>
              <a:ext cx="468360" cy="468720"/>
            </p14:xfrm>
          </p:contentPart>
        </mc:Choice>
        <mc:Fallback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B19AD4A3-FB82-B0A5-96E5-CE128313707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727045" y="4239075"/>
                <a:ext cx="480600" cy="48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그룹 36">
            <a:extLst>
              <a:ext uri="{FF2B5EF4-FFF2-40B4-BE49-F238E27FC236}">
                <a16:creationId xmlns:a16="http://schemas.microsoft.com/office/drawing/2014/main" id="{BE7F7D19-B4D7-5691-C153-8CDC93C3508D}"/>
              </a:ext>
            </a:extLst>
          </p:cNvPr>
          <p:cNvGrpSpPr/>
          <p:nvPr/>
        </p:nvGrpSpPr>
        <p:grpSpPr>
          <a:xfrm>
            <a:off x="2771685" y="4810035"/>
            <a:ext cx="454320" cy="335880"/>
            <a:chOff x="2771685" y="4810035"/>
            <a:chExt cx="454320" cy="33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B8590C12-A69B-4A86-23C4-41F901AC593C}"/>
                    </a:ext>
                  </a:extLst>
                </p14:cNvPr>
                <p14:cNvContentPartPr/>
                <p14:nvPr/>
              </p14:nvContentPartPr>
              <p14:xfrm>
                <a:off x="2771685" y="4838115"/>
                <a:ext cx="96840" cy="12348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B8590C12-A69B-4A86-23C4-41F901AC593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765565" y="4831995"/>
                  <a:ext cx="1090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A2BE2746-4FB5-0CC4-B561-466C1CFFA7B8}"/>
                    </a:ext>
                  </a:extLst>
                </p14:cNvPr>
                <p14:cNvContentPartPr/>
                <p14:nvPr/>
              </p14:nvContentPartPr>
              <p14:xfrm>
                <a:off x="2800125" y="4925955"/>
                <a:ext cx="77400" cy="1764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A2BE2746-4FB5-0CC4-B561-466C1CFFA7B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794005" y="4919835"/>
                  <a:ext cx="896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55FA4790-6BEF-8C91-F8A4-90CB17020104}"/>
                    </a:ext>
                  </a:extLst>
                </p14:cNvPr>
                <p14:cNvContentPartPr/>
                <p14:nvPr/>
              </p14:nvContentPartPr>
              <p14:xfrm>
                <a:off x="2781405" y="5028915"/>
                <a:ext cx="160920" cy="36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55FA4790-6BEF-8C91-F8A4-90CB1702010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775285" y="5022795"/>
                  <a:ext cx="173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8AB2246B-649A-96B6-69C7-EA56689BAC4A}"/>
                    </a:ext>
                  </a:extLst>
                </p14:cNvPr>
                <p14:cNvContentPartPr/>
                <p14:nvPr/>
              </p14:nvContentPartPr>
              <p14:xfrm>
                <a:off x="2962125" y="4856835"/>
                <a:ext cx="136080" cy="13284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8AB2246B-649A-96B6-69C7-EA56689BAC4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956005" y="4850715"/>
                  <a:ext cx="1483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1A38C020-C9A1-E167-DA2C-0B34E8250464}"/>
                    </a:ext>
                  </a:extLst>
                </p14:cNvPr>
                <p14:cNvContentPartPr/>
                <p14:nvPr/>
              </p14:nvContentPartPr>
              <p14:xfrm>
                <a:off x="3171645" y="4810035"/>
                <a:ext cx="54360" cy="33588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1A38C020-C9A1-E167-DA2C-0B34E825046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165525" y="4803915"/>
                  <a:ext cx="66600" cy="34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9" name="잉크 38">
                <a:extLst>
                  <a:ext uri="{FF2B5EF4-FFF2-40B4-BE49-F238E27FC236}">
                    <a16:creationId xmlns:a16="http://schemas.microsoft.com/office/drawing/2014/main" id="{1E686C3A-F53B-64CB-3D13-8E7BC40F3BC4}"/>
                  </a:ext>
                </a:extLst>
              </p14:cNvPr>
              <p14:cNvContentPartPr/>
              <p14:nvPr/>
            </p14:nvContentPartPr>
            <p14:xfrm>
              <a:off x="3591045" y="4628955"/>
              <a:ext cx="266760" cy="360"/>
            </p14:xfrm>
          </p:contentPart>
        </mc:Choice>
        <mc:Fallback>
          <p:pic>
            <p:nvPicPr>
              <p:cNvPr id="39" name="잉크 38">
                <a:extLst>
                  <a:ext uri="{FF2B5EF4-FFF2-40B4-BE49-F238E27FC236}">
                    <a16:creationId xmlns:a16="http://schemas.microsoft.com/office/drawing/2014/main" id="{1E686C3A-F53B-64CB-3D13-8E7BC40F3BC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584925" y="4622835"/>
                <a:ext cx="2790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40" name="잉크 39">
                <a:extLst>
                  <a:ext uri="{FF2B5EF4-FFF2-40B4-BE49-F238E27FC236}">
                    <a16:creationId xmlns:a16="http://schemas.microsoft.com/office/drawing/2014/main" id="{01702448-CFA1-D97B-6775-23EC0B8AA673}"/>
                  </a:ext>
                </a:extLst>
              </p14:cNvPr>
              <p14:cNvContentPartPr/>
              <p14:nvPr/>
            </p14:nvContentPartPr>
            <p14:xfrm>
              <a:off x="3676725" y="4857555"/>
              <a:ext cx="37800" cy="256320"/>
            </p14:xfrm>
          </p:contentPart>
        </mc:Choice>
        <mc:Fallback>
          <p:pic>
            <p:nvPicPr>
              <p:cNvPr id="40" name="잉크 39">
                <a:extLst>
                  <a:ext uri="{FF2B5EF4-FFF2-40B4-BE49-F238E27FC236}">
                    <a16:creationId xmlns:a16="http://schemas.microsoft.com/office/drawing/2014/main" id="{01702448-CFA1-D97B-6775-23EC0B8AA67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670605" y="4851435"/>
                <a:ext cx="5004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887B73B1-788A-5F6F-8103-9F1E5F4A1457}"/>
                  </a:ext>
                </a:extLst>
              </p14:cNvPr>
              <p14:cNvContentPartPr/>
              <p14:nvPr/>
            </p14:nvContentPartPr>
            <p14:xfrm>
              <a:off x="3779325" y="4907235"/>
              <a:ext cx="252360" cy="241920"/>
            </p14:xfrm>
          </p:contentPart>
        </mc:Choice>
        <mc:Fallback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887B73B1-788A-5F6F-8103-9F1E5F4A145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773205" y="4901115"/>
                <a:ext cx="26460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E4939DE3-8E1A-66AC-F1A9-FECC857AEA85}"/>
                  </a:ext>
                </a:extLst>
              </p14:cNvPr>
              <p14:cNvContentPartPr/>
              <p14:nvPr/>
            </p14:nvContentPartPr>
            <p14:xfrm>
              <a:off x="3867165" y="4762515"/>
              <a:ext cx="103680" cy="19080"/>
            </p14:xfrm>
          </p:contentPart>
        </mc:Choice>
        <mc:Fallback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E4939DE3-8E1A-66AC-F1A9-FECC857AEA8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861045" y="4756395"/>
                <a:ext cx="11592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43" name="잉크 42">
                <a:extLst>
                  <a:ext uri="{FF2B5EF4-FFF2-40B4-BE49-F238E27FC236}">
                    <a16:creationId xmlns:a16="http://schemas.microsoft.com/office/drawing/2014/main" id="{7E91B08B-A1F3-966F-FF5B-D668C8DF817A}"/>
                  </a:ext>
                </a:extLst>
              </p14:cNvPr>
              <p14:cNvContentPartPr/>
              <p14:nvPr/>
            </p14:nvContentPartPr>
            <p14:xfrm>
              <a:off x="3975165" y="4628955"/>
              <a:ext cx="235080" cy="241200"/>
            </p14:xfrm>
          </p:contentPart>
        </mc:Choice>
        <mc:Fallback>
          <p:pic>
            <p:nvPicPr>
              <p:cNvPr id="43" name="잉크 42">
                <a:extLst>
                  <a:ext uri="{FF2B5EF4-FFF2-40B4-BE49-F238E27FC236}">
                    <a16:creationId xmlns:a16="http://schemas.microsoft.com/office/drawing/2014/main" id="{7E91B08B-A1F3-966F-FF5B-D668C8DF817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969045" y="4622835"/>
                <a:ext cx="247320" cy="25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2820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A9E0A-C39A-F19A-BBFF-E4B514124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F74BAB2-7116-005A-1F47-D9D5E404357C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F455E1A-1F9F-9262-F2CA-5CF3304F4939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C8512E9-E79B-A833-3418-C92B5A9E4E11}"/>
              </a:ext>
            </a:extLst>
          </p:cNvPr>
          <p:cNvSpPr txBox="1"/>
          <p:nvPr/>
        </p:nvSpPr>
        <p:spPr>
          <a:xfrm>
            <a:off x="1163052" y="272716"/>
            <a:ext cx="2332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MAE vs MSE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A2B703-6E97-413A-5747-1E145CD4E1B0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5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pic>
        <p:nvPicPr>
          <p:cNvPr id="5" name="그림 4" descr="폰트, 화이트, 그래픽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43614B-820C-00CE-B380-E524283DF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242" y="1757915"/>
            <a:ext cx="3042315" cy="882403"/>
          </a:xfrm>
          <a:prstGeom prst="rect">
            <a:avLst/>
          </a:prstGeom>
        </p:spPr>
      </p:pic>
      <p:pic>
        <p:nvPicPr>
          <p:cNvPr id="7" name="그림 6" descr="폰트, 텍스트, 화이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7705B4-84BC-19D9-8185-7C8C13462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829" y="1757915"/>
            <a:ext cx="3405662" cy="996122"/>
          </a:xfrm>
          <a:prstGeom prst="rect">
            <a:avLst/>
          </a:prstGeom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6D941536-256A-B403-FE15-C53CBA438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02830"/>
              </p:ext>
            </p:extLst>
          </p:nvPr>
        </p:nvGraphicFramePr>
        <p:xfrm>
          <a:off x="1230535" y="2926664"/>
          <a:ext cx="9224956" cy="1844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87258">
                  <a:extLst>
                    <a:ext uri="{9D8B030D-6E8A-4147-A177-3AD203B41FA5}">
                      <a16:colId xmlns:a16="http://schemas.microsoft.com/office/drawing/2014/main" val="1316700936"/>
                    </a:ext>
                  </a:extLst>
                </a:gridCol>
                <a:gridCol w="3618849">
                  <a:extLst>
                    <a:ext uri="{9D8B030D-6E8A-4147-A177-3AD203B41FA5}">
                      <a16:colId xmlns:a16="http://schemas.microsoft.com/office/drawing/2014/main" val="3953653888"/>
                    </a:ext>
                  </a:extLst>
                </a:gridCol>
                <a:gridCol w="3618849">
                  <a:extLst>
                    <a:ext uri="{9D8B030D-6E8A-4147-A177-3AD203B41FA5}">
                      <a16:colId xmlns:a16="http://schemas.microsoft.com/office/drawing/2014/main" val="581913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MAE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MSE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579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이상치 영향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매우 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607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미분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불가능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가능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50837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언제</a:t>
                      </a:r>
                      <a:r>
                        <a:rPr lang="en-US" altLang="ko-KR" dirty="0"/>
                        <a:t>?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이상치 많은 데이터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큰 오차를 줄이고 싶을 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13790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사용처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평가할 때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실제 오차 해석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학습할 때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학습 안정성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959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6820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BDA2C-0928-BA66-F443-F17B4299E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0B45BCF-2755-EB3F-78D9-279A99286C01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06B31C5-15FF-4984-9F24-956B44047CA8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A30BBDB-AC03-010D-8FDE-7EEB2E021572}"/>
              </a:ext>
            </a:extLst>
          </p:cNvPr>
          <p:cNvSpPr txBox="1"/>
          <p:nvPr/>
        </p:nvSpPr>
        <p:spPr>
          <a:xfrm>
            <a:off x="1163052" y="272716"/>
            <a:ext cx="47452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파라미터 </a:t>
            </a:r>
            <a:r>
              <a:rPr lang="en-US" altLang="ko-KR" sz="2800" b="1" dirty="0">
                <a:solidFill>
                  <a:srgbClr val="00B0F0"/>
                </a:solidFill>
              </a:rPr>
              <a:t>vs </a:t>
            </a:r>
            <a:r>
              <a:rPr lang="ko-KR" altLang="en-US" sz="2800" b="1" dirty="0" err="1">
                <a:solidFill>
                  <a:srgbClr val="00B0F0"/>
                </a:solidFill>
              </a:rPr>
              <a:t>하이퍼파라미터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466FB-CDF3-EB37-86BB-58214569CF7E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5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C994EE-3F8C-D77C-C00F-DB26DB1B6CFF}"/>
              </a:ext>
            </a:extLst>
          </p:cNvPr>
          <p:cNvSpPr txBox="1"/>
          <p:nvPr/>
        </p:nvSpPr>
        <p:spPr>
          <a:xfrm>
            <a:off x="1533523" y="1292434"/>
            <a:ext cx="8639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/>
              <a:t>Parameter vs Hyperparameter</a:t>
            </a:r>
            <a:endParaRPr lang="ko-KR" altLang="en-US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98308E-C700-6C16-C698-3E7C6A53E3EC}"/>
              </a:ext>
            </a:extLst>
          </p:cNvPr>
          <p:cNvSpPr txBox="1"/>
          <p:nvPr/>
        </p:nvSpPr>
        <p:spPr>
          <a:xfrm>
            <a:off x="1533524" y="2042041"/>
            <a:ext cx="86391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파라미터 </a:t>
            </a:r>
            <a:r>
              <a:rPr lang="en-US" altLang="ko-KR" dirty="0"/>
              <a:t>(AI</a:t>
            </a:r>
            <a:r>
              <a:rPr lang="ko-KR" altLang="en-US" dirty="0"/>
              <a:t>가 스스로 알아내는 변수</a:t>
            </a:r>
            <a:r>
              <a:rPr lang="en-US" altLang="ko-K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Weights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Bias(</a:t>
            </a:r>
            <a:r>
              <a:rPr lang="ko-KR" altLang="en-US" dirty="0"/>
              <a:t>걍 </a:t>
            </a:r>
            <a:r>
              <a:rPr lang="en-US" altLang="ko-KR" dirty="0"/>
              <a:t>weigh</a:t>
            </a:r>
            <a:r>
              <a:rPr lang="ko-KR" altLang="en-US" dirty="0"/>
              <a:t>라고 부르기도 함</a:t>
            </a:r>
            <a:r>
              <a:rPr lang="en-US" altLang="ko-K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등등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하이퍼파라미터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내가 정해주는 변수</a:t>
            </a:r>
            <a:r>
              <a:rPr lang="en-US" altLang="ko-K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Epoch, batch size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Initial weight </a:t>
            </a:r>
            <a:r>
              <a:rPr lang="ko-KR" altLang="en-US" dirty="0"/>
              <a:t>값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Learning rate  learning rate scheduling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Model architecture (layer </a:t>
            </a:r>
            <a:r>
              <a:rPr lang="ko-KR" altLang="en-US" dirty="0"/>
              <a:t>수</a:t>
            </a:r>
            <a:r>
              <a:rPr lang="en-US" altLang="ko-KR" dirty="0"/>
              <a:t>, node </a:t>
            </a:r>
            <a:r>
              <a:rPr lang="ko-KR" altLang="en-US" dirty="0"/>
              <a:t>수</a:t>
            </a:r>
            <a:r>
              <a:rPr lang="en-US" altLang="ko-KR" dirty="0"/>
              <a:t>, activation </a:t>
            </a:r>
            <a:r>
              <a:rPr lang="ko-KR" altLang="en-US" dirty="0"/>
              <a:t>함수 등</a:t>
            </a:r>
            <a:r>
              <a:rPr lang="en-US" altLang="ko-KR" dirty="0"/>
              <a:t>..)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Loss </a:t>
            </a:r>
            <a:r>
              <a:rPr lang="ko-KR" altLang="en-US" dirty="0"/>
              <a:t>함수 뭐 쓸지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최적화 기법 뭐 쓸지</a:t>
            </a:r>
          </a:p>
        </p:txBody>
      </p:sp>
    </p:spTree>
    <p:extLst>
      <p:ext uri="{BB962C8B-B14F-4D97-AF65-F5344CB8AC3E}">
        <p14:creationId xmlns:p14="http://schemas.microsoft.com/office/powerpoint/2010/main" val="39135648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6C416-FBB8-48B5-AEFC-E811B9D87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A5538B-F6EC-1C58-C089-8EAE4F147EAD}"/>
              </a:ext>
            </a:extLst>
          </p:cNvPr>
          <p:cNvSpPr txBox="1"/>
          <p:nvPr/>
        </p:nvSpPr>
        <p:spPr>
          <a:xfrm>
            <a:off x="5472971" y="2923766"/>
            <a:ext cx="140281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b="1" dirty="0">
                <a:solidFill>
                  <a:srgbClr val="00B0F0"/>
                </a:solidFill>
              </a:rPr>
              <a:t>끝</a:t>
            </a:r>
            <a:r>
              <a:rPr lang="en-US" altLang="ko-KR" sz="5000" b="1" dirty="0">
                <a:solidFill>
                  <a:srgbClr val="00B0F0"/>
                </a:solidFill>
              </a:rPr>
              <a:t>!</a:t>
            </a:r>
            <a:endParaRPr lang="ko-KR" altLang="en-US" sz="50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C5F9B1F-D657-FFB2-916C-A7F2B02705E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98CA780-CFC4-00A2-3938-2FCFE5340356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855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1136</TotalTime>
  <Words>954</Words>
  <Application>Microsoft Office PowerPoint</Application>
  <PresentationFormat>와이드스크린</PresentationFormat>
  <Paragraphs>222</Paragraphs>
  <Slides>36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1" baseType="lpstr">
      <vt:lpstr>-apple-system</vt:lpstr>
      <vt:lpstr>맑은 고딕</vt:lpstr>
      <vt:lpstr>Arial</vt:lpstr>
      <vt:lpstr>Wingdings</vt:lpstr>
      <vt:lpstr>Office 테마</vt:lpstr>
      <vt:lpstr>경사하강법, 역전파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양재우</dc:creator>
  <cp:lastModifiedBy>양재우</cp:lastModifiedBy>
  <cp:revision>138</cp:revision>
  <dcterms:created xsi:type="dcterms:W3CDTF">2026-01-29T12:22:12Z</dcterms:created>
  <dcterms:modified xsi:type="dcterms:W3CDTF">2026-02-12T19:39:54Z</dcterms:modified>
</cp:coreProperties>
</file>